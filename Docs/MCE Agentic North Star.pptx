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6" r:id="rId4"/>
  </p:sldMasterIdLst>
  <p:notesMasterIdLst>
    <p:notesMasterId r:id="rId10"/>
  </p:notesMasterIdLst>
  <p:handoutMasterIdLst>
    <p:handoutMasterId r:id="rId11"/>
  </p:handoutMasterIdLst>
  <p:sldIdLst>
    <p:sldId id="2032092826" r:id="rId5"/>
    <p:sldId id="2032092756" r:id="rId6"/>
    <p:sldId id="2032092829" r:id="rId7"/>
    <p:sldId id="2032092828" r:id="rId8"/>
    <p:sldId id="2032092827" r:id="rId9"/>
  </p:sldIdLst>
  <p:sldSz cx="12192000" cy="6858000"/>
  <p:notesSz cx="7010400" cy="9296400"/>
  <p:defaultTextStyle>
    <a:defPPr>
      <a:defRPr lang="en-CA"/>
    </a:defPPr>
    <a:lvl1pPr algn="l" rtl="0" fontAlgn="base">
      <a:spcBef>
        <a:spcPct val="20000"/>
      </a:spcBef>
      <a:spcAft>
        <a:spcPct val="0"/>
      </a:spcAft>
      <a:defRPr lang="en-US"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Cover page" id="{31D53F96-FD4C-6146-95A0-6E6155FCDED5}">
          <p14:sldIdLst/>
        </p14:section>
        <p14:section name="Template layouts" id="{993FBDD6-ECA0-1648-8616-737B7E5106C1}">
          <p14:sldIdLst>
            <p14:sldId id="2032092826"/>
            <p14:sldId id="2032092756"/>
            <p14:sldId id="2032092829"/>
            <p14:sldId id="2032092828"/>
            <p14:sldId id="203209282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C530710-F728-E3A1-B37B-60EB2C9E2001}" name="Stacie Stankos" initials="SS" userId="S::stacie.stankos@zs.com::60348e74-f427-4b6e-a4d7-231bfd8d5a00" providerId="AD"/>
  <p188:author id="{FB80125F-70AF-A513-4D6D-8D1694025ADA}" name="Gokul Mantri" initials="GM" userId="Gokul Mantri" providerId="None"/>
  <p188:author id="{122B8079-BA30-4A04-8C0B-EE5CD536B346}" name="Andrew Dolbeare" initials="AD" userId="S::andrew.dolbeare@zs.com::dca77d1a-8aeb-4b1b-9c5c-75f173a21521" providerId="AD"/>
  <p188:author id="{27444A8A-6C01-F971-F10D-4B3A0231B7D1}" name="Vikas P Kumar" initials="VK" userId="S::vikas.p.kumar@zs.com::55a243fe-d626-463f-88f8-ec4c1294e8e1" providerId="AD"/>
  <p188:author id="{D727B6A8-E895-62AF-AEF6-CACC9636E65F}" name="Saksh Sethi" initials="SS" userId="S::saksh.sethi@zs.com::8bf9b773-6f88-4ae9-8047-713b54e57d00" providerId="AD"/>
  <p188:author id="{8D566CC3-1C58-8ECA-7F25-96EE70B2E9C8}" name="Dhruv Chopra" initials="DC" userId="S::dhruv.chopra@zs.com::03d6c7bb-3dc5-42f6-a969-805d2b5c68a3" providerId="AD"/>
  <p188:author id="{A74455CA-5F12-DB1F-D32F-11518B9E159F}" name="Karly Matthews" initials="KM" userId="S::karly.matthews@zs.com::b7ec18f1-af62-4b17-bd1c-ec8c4240cd50" providerId="AD"/>
  <p188:author id="{C3EF22ED-F857-32BE-52CC-5740E0F81682}" name="Shashwat Mishra" initials="SM" userId="S::shashwat.mishra@zs.com::97acca35-7fe0-4f93-95e1-f9b4a159421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anuPriya Singh" initials="MS" lastIdx="15" clrIdx="0">
    <p:extLst>
      <p:ext uri="{19B8F6BF-5375-455C-9EA6-DF929625EA0E}">
        <p15:presenceInfo xmlns:p15="http://schemas.microsoft.com/office/powerpoint/2012/main" userId="ManuPriya Singh" providerId="None"/>
      </p:ext>
    </p:extLst>
  </p:cmAuthor>
  <p:cmAuthor id="2" name="Elisabeth Sullivan" initials="ES" lastIdx="37" clrIdx="1">
    <p:extLst>
      <p:ext uri="{19B8F6BF-5375-455C-9EA6-DF929625EA0E}">
        <p15:presenceInfo xmlns:p15="http://schemas.microsoft.com/office/powerpoint/2012/main" userId="S::elisabeth.sullivan@zs.com::233161cf-5802-414e-b627-8596d3402e5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8CFF"/>
    <a:srgbClr val="282828"/>
    <a:srgbClr val="3BC3BA"/>
    <a:srgbClr val="8F59FF"/>
    <a:srgbClr val="F7BF5B"/>
    <a:srgbClr val="ED7200"/>
    <a:srgbClr val="1A1628"/>
    <a:srgbClr val="000000"/>
    <a:srgbClr val="A3A1A8"/>
    <a:srgbClr val="7573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1931"/>
  </p:normalViewPr>
  <p:slideViewPr>
    <p:cSldViewPr snapToGrid="0">
      <p:cViewPr varScale="1">
        <p:scale>
          <a:sx n="84" d="100"/>
          <a:sy n="84" d="100"/>
        </p:scale>
        <p:origin x="2184"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commentAuthors" Target="commentAuthors.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1440" tIns="91440" rIns="91440" bIns="91440" numCol="1" anchor="t" anchorCtr="0" compatLnSpc="1">
            <a:prstTxWarp prst="textNoShape">
              <a:avLst/>
            </a:prstTxWarp>
          </a:bodyPr>
          <a:lstStyle>
            <a:lvl1pPr algn="l" eaLnBrk="0" hangingPunct="0">
              <a:spcBef>
                <a:spcPct val="0"/>
              </a:spcBef>
              <a:defRPr sz="1200"/>
            </a:lvl1pPr>
          </a:lstStyle>
          <a:p>
            <a:r>
              <a:rPr lang="en-CA" sz="900">
                <a:solidFill>
                  <a:srgbClr val="A3A1A8"/>
                </a:solidFill>
              </a:rPr>
              <a:t>Presentation title</a:t>
            </a:r>
          </a:p>
        </p:txBody>
      </p:sp>
      <p:sp>
        <p:nvSpPr>
          <p:cNvPr id="54275" name="Rectangle 3"/>
          <p:cNvSpPr>
            <a:spLocks noGrp="1" noChangeArrowheads="1"/>
          </p:cNvSpPr>
          <p:nvPr>
            <p:ph type="dt" sz="quarter" idx="1"/>
          </p:nvPr>
        </p:nvSpPr>
        <p:spPr bwMode="auto">
          <a:xfrm>
            <a:off x="3970338" y="0"/>
            <a:ext cx="3038475" cy="465138"/>
          </a:xfrm>
          <a:prstGeom prst="rect">
            <a:avLst/>
          </a:prstGeom>
          <a:noFill/>
          <a:ln w="9525">
            <a:noFill/>
            <a:miter lim="800000"/>
            <a:headEnd/>
            <a:tailEnd/>
          </a:ln>
          <a:effectLst/>
        </p:spPr>
        <p:txBody>
          <a:bodyPr vert="horz" wrap="square" lIns="91440" tIns="91440" rIns="91440" bIns="91440" numCol="1" anchor="t" anchorCtr="0" compatLnSpc="1">
            <a:prstTxWarp prst="textNoShape">
              <a:avLst/>
            </a:prstTxWarp>
          </a:bodyPr>
          <a:lstStyle>
            <a:lvl1pPr algn="r" eaLnBrk="0" hangingPunct="0">
              <a:spcBef>
                <a:spcPct val="0"/>
              </a:spcBef>
              <a:defRPr sz="1200"/>
            </a:lvl1pPr>
          </a:lstStyle>
          <a:p>
            <a:fld id="{E62AEA76-1AF8-4F85-9CA1-6BD5B0409AF0}" type="datetime1">
              <a:rPr lang="en-CA" sz="900">
                <a:solidFill>
                  <a:srgbClr val="A3A1A8"/>
                </a:solidFill>
              </a:rPr>
              <a:pPr/>
              <a:t>2026-03-18</a:t>
            </a:fld>
            <a:endParaRPr lang="en-CA" sz="900">
              <a:solidFill>
                <a:srgbClr val="A3A1A8"/>
              </a:solidFill>
            </a:endParaRPr>
          </a:p>
        </p:txBody>
      </p:sp>
      <p:sp>
        <p:nvSpPr>
          <p:cNvPr id="54276" name="Rectangle 4"/>
          <p:cNvSpPr>
            <a:spLocks noGrp="1" noChangeArrowheads="1"/>
          </p:cNvSpPr>
          <p:nvPr>
            <p:ph type="ftr" sz="quarter" idx="2"/>
          </p:nvPr>
        </p:nvSpPr>
        <p:spPr bwMode="auto">
          <a:xfrm>
            <a:off x="0" y="8829675"/>
            <a:ext cx="3038475" cy="465138"/>
          </a:xfrm>
          <a:prstGeom prst="rect">
            <a:avLst/>
          </a:prstGeom>
          <a:noFill/>
          <a:ln w="9525">
            <a:noFill/>
            <a:miter lim="800000"/>
            <a:headEnd/>
            <a:tailEnd/>
          </a:ln>
          <a:effectLst/>
        </p:spPr>
        <p:txBody>
          <a:bodyPr vert="horz" wrap="square" lIns="91440" tIns="91440" rIns="91440" bIns="91440" numCol="1" anchor="b" anchorCtr="0" compatLnSpc="1">
            <a:prstTxWarp prst="textNoShape">
              <a:avLst/>
            </a:prstTxWarp>
          </a:bodyPr>
          <a:lstStyle>
            <a:lvl1pPr algn="l" eaLnBrk="0" hangingPunct="0">
              <a:spcBef>
                <a:spcPct val="0"/>
              </a:spcBef>
              <a:defRPr sz="1200"/>
            </a:lvl1pPr>
          </a:lstStyle>
          <a:p>
            <a:r>
              <a:rPr lang="en-CA" sz="900">
                <a:solidFill>
                  <a:srgbClr val="A3A1A8"/>
                </a:solidFill>
              </a:rPr>
              <a:t>© 2020 ZS. Confidential.</a:t>
            </a:r>
          </a:p>
        </p:txBody>
      </p:sp>
      <p:sp>
        <p:nvSpPr>
          <p:cNvPr id="54277" name="Rectangle 5"/>
          <p:cNvSpPr>
            <a:spLocks noGrp="1" noChangeArrowheads="1"/>
          </p:cNvSpPr>
          <p:nvPr>
            <p:ph type="sldNum" sz="quarter" idx="3"/>
          </p:nvPr>
        </p:nvSpPr>
        <p:spPr bwMode="auto">
          <a:xfrm>
            <a:off x="3970338" y="8829675"/>
            <a:ext cx="3038475" cy="465138"/>
          </a:xfrm>
          <a:prstGeom prst="rect">
            <a:avLst/>
          </a:prstGeom>
          <a:noFill/>
          <a:ln w="9525">
            <a:noFill/>
            <a:miter lim="800000"/>
            <a:headEnd/>
            <a:tailEnd/>
          </a:ln>
          <a:effectLst/>
        </p:spPr>
        <p:txBody>
          <a:bodyPr vert="horz" wrap="square" lIns="91440" tIns="91440" rIns="91440" bIns="91440" numCol="1" anchor="b" anchorCtr="0" compatLnSpc="1">
            <a:prstTxWarp prst="textNoShape">
              <a:avLst/>
            </a:prstTxWarp>
          </a:bodyPr>
          <a:lstStyle>
            <a:lvl1pPr algn="r" eaLnBrk="0" hangingPunct="0">
              <a:spcBef>
                <a:spcPct val="0"/>
              </a:spcBef>
              <a:defRPr sz="1200"/>
            </a:lvl1pPr>
          </a:lstStyle>
          <a:p>
            <a:fld id="{39792D56-8577-4C6A-B75D-3660B62F2BA0}" type="slidenum">
              <a:rPr lang="en-CA" sz="900">
                <a:solidFill>
                  <a:srgbClr val="A3A1A8"/>
                </a:solidFill>
              </a:rPr>
              <a:pPr/>
              <a:t>‹#›</a:t>
            </a:fld>
            <a:endParaRPr lang="en-CA" sz="900">
              <a:solidFill>
                <a:srgbClr val="A3A1A8"/>
              </a:solidFill>
            </a:endParaRPr>
          </a:p>
        </p:txBody>
      </p:sp>
    </p:spTree>
    <p:extLst>
      <p:ext uri="{BB962C8B-B14F-4D97-AF65-F5344CB8AC3E}">
        <p14:creationId xmlns:p14="http://schemas.microsoft.com/office/powerpoint/2010/main" val="10935304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1440" tIns="91440" rIns="91440" bIns="91440" numCol="1" anchor="t" anchorCtr="0" compatLnSpc="1">
            <a:prstTxWarp prst="textNoShape">
              <a:avLst/>
            </a:prstTxWarp>
          </a:bodyPr>
          <a:lstStyle>
            <a:lvl1pPr algn="l">
              <a:spcBef>
                <a:spcPct val="0"/>
              </a:spcBef>
              <a:defRPr sz="900">
                <a:solidFill>
                  <a:srgbClr val="A3A1A8"/>
                </a:solidFill>
              </a:defRPr>
            </a:lvl1pPr>
          </a:lstStyle>
          <a:p>
            <a:r>
              <a:rPr lang="en-CA"/>
              <a:t>Presentation title</a:t>
            </a:r>
          </a:p>
        </p:txBody>
      </p:sp>
      <p:sp>
        <p:nvSpPr>
          <p:cNvPr id="15363" name="Rectangle 3"/>
          <p:cNvSpPr>
            <a:spLocks noGrp="1" noChangeArrowheads="1"/>
          </p:cNvSpPr>
          <p:nvPr>
            <p:ph type="dt" idx="1"/>
          </p:nvPr>
        </p:nvSpPr>
        <p:spPr bwMode="auto">
          <a:xfrm>
            <a:off x="3970338" y="0"/>
            <a:ext cx="3038475" cy="465138"/>
          </a:xfrm>
          <a:prstGeom prst="rect">
            <a:avLst/>
          </a:prstGeom>
          <a:noFill/>
          <a:ln w="9525">
            <a:noFill/>
            <a:miter lim="800000"/>
            <a:headEnd/>
            <a:tailEnd/>
          </a:ln>
          <a:effectLst/>
        </p:spPr>
        <p:txBody>
          <a:bodyPr vert="horz" wrap="square" lIns="91440" tIns="91440" rIns="91440" bIns="91440" numCol="1" anchor="t" anchorCtr="0" compatLnSpc="1">
            <a:prstTxWarp prst="textNoShape">
              <a:avLst/>
            </a:prstTxWarp>
          </a:bodyPr>
          <a:lstStyle>
            <a:lvl1pPr algn="r">
              <a:spcBef>
                <a:spcPct val="0"/>
              </a:spcBef>
              <a:defRPr sz="900">
                <a:solidFill>
                  <a:srgbClr val="A3A1A8"/>
                </a:solidFill>
              </a:defRPr>
            </a:lvl1pPr>
          </a:lstStyle>
          <a:p>
            <a:fld id="{2B35FEB9-FD75-4C7E-93D3-1F9D140905CC}" type="datetime1">
              <a:rPr lang="en-CA" smtClean="0"/>
              <a:pPr/>
              <a:t>2026-03-18</a:t>
            </a:fld>
            <a:endParaRPr lang="en-CA"/>
          </a:p>
        </p:txBody>
      </p:sp>
      <p:sp>
        <p:nvSpPr>
          <p:cNvPr id="21508" name="Rectangle 4"/>
          <p:cNvSpPr>
            <a:spLocks noGrp="1" noRot="1" noChangeAspect="1" noChangeArrowheads="1" noTextEdit="1"/>
          </p:cNvSpPr>
          <p:nvPr>
            <p:ph type="sldImg" idx="2"/>
          </p:nvPr>
        </p:nvSpPr>
        <p:spPr bwMode="auto">
          <a:xfrm>
            <a:off x="406400" y="696913"/>
            <a:ext cx="6197600" cy="3486150"/>
          </a:xfrm>
          <a:prstGeom prst="rect">
            <a:avLst/>
          </a:prstGeom>
          <a:noFill/>
          <a:ln w="9525">
            <a:solidFill>
              <a:srgbClr val="000000"/>
            </a:solidFill>
            <a:miter lim="800000"/>
            <a:headEnd/>
            <a:tailEnd/>
          </a:ln>
        </p:spPr>
        <p:txBody>
          <a:bodyPr/>
          <a:lstStyle/>
          <a:p>
            <a:endParaRPr lang="en-US"/>
          </a:p>
        </p:txBody>
      </p:sp>
      <p:sp>
        <p:nvSpPr>
          <p:cNvPr id="15365" name="Rectangle 5"/>
          <p:cNvSpPr>
            <a:spLocks noGrp="1" noChangeArrowheads="1"/>
          </p:cNvSpPr>
          <p:nvPr>
            <p:ph type="body" sz="quarter" idx="3"/>
          </p:nvPr>
        </p:nvSpPr>
        <p:spPr bwMode="auto">
          <a:xfrm>
            <a:off x="406400" y="4416425"/>
            <a:ext cx="6197600" cy="418306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CA"/>
              <a:t>Click to edit Master text styles</a:t>
            </a:r>
          </a:p>
          <a:p>
            <a:pPr lvl="1"/>
            <a:r>
              <a:rPr lang="en-CA"/>
              <a:t>Second level</a:t>
            </a:r>
          </a:p>
          <a:p>
            <a:pPr lvl="2"/>
            <a:r>
              <a:rPr lang="en-CA"/>
              <a:t>Third level</a:t>
            </a:r>
          </a:p>
        </p:txBody>
      </p:sp>
      <p:sp>
        <p:nvSpPr>
          <p:cNvPr id="15366" name="Rectangle 6"/>
          <p:cNvSpPr>
            <a:spLocks noGrp="1" noChangeArrowheads="1"/>
          </p:cNvSpPr>
          <p:nvPr>
            <p:ph type="ftr" sz="quarter" idx="4"/>
          </p:nvPr>
        </p:nvSpPr>
        <p:spPr bwMode="auto">
          <a:xfrm>
            <a:off x="0" y="8829675"/>
            <a:ext cx="3038475" cy="465138"/>
          </a:xfrm>
          <a:prstGeom prst="rect">
            <a:avLst/>
          </a:prstGeom>
          <a:noFill/>
          <a:ln w="9525">
            <a:noFill/>
            <a:miter lim="800000"/>
            <a:headEnd/>
            <a:tailEnd/>
          </a:ln>
          <a:effectLst/>
        </p:spPr>
        <p:txBody>
          <a:bodyPr vert="horz" wrap="square" lIns="91440" tIns="91440" rIns="91440" bIns="91440" numCol="1" anchor="b" anchorCtr="0" compatLnSpc="1">
            <a:prstTxWarp prst="textNoShape">
              <a:avLst/>
            </a:prstTxWarp>
          </a:bodyPr>
          <a:lstStyle>
            <a:lvl1pPr algn="l">
              <a:spcBef>
                <a:spcPct val="0"/>
              </a:spcBef>
              <a:defRPr sz="900">
                <a:solidFill>
                  <a:srgbClr val="A3A1A8"/>
                </a:solidFill>
              </a:defRPr>
            </a:lvl1pPr>
          </a:lstStyle>
          <a:p>
            <a:r>
              <a:rPr lang="en-CA"/>
              <a:t>© 2020 ZS. Confidential.</a:t>
            </a:r>
          </a:p>
        </p:txBody>
      </p:sp>
      <p:sp>
        <p:nvSpPr>
          <p:cNvPr id="15367" name="Rectangle 7"/>
          <p:cNvSpPr>
            <a:spLocks noGrp="1" noChangeArrowheads="1"/>
          </p:cNvSpPr>
          <p:nvPr>
            <p:ph type="sldNum" sz="quarter" idx="5"/>
          </p:nvPr>
        </p:nvSpPr>
        <p:spPr bwMode="auto">
          <a:xfrm>
            <a:off x="3970338" y="8829675"/>
            <a:ext cx="3038475" cy="465138"/>
          </a:xfrm>
          <a:prstGeom prst="rect">
            <a:avLst/>
          </a:prstGeom>
          <a:noFill/>
          <a:ln w="9525">
            <a:noFill/>
            <a:miter lim="800000"/>
            <a:headEnd/>
            <a:tailEnd/>
          </a:ln>
          <a:effectLst/>
        </p:spPr>
        <p:txBody>
          <a:bodyPr vert="horz" wrap="square" lIns="91440" tIns="91440" rIns="91440" bIns="91440" numCol="1" anchor="b" anchorCtr="0" compatLnSpc="1">
            <a:prstTxWarp prst="textNoShape">
              <a:avLst/>
            </a:prstTxWarp>
          </a:bodyPr>
          <a:lstStyle>
            <a:lvl1pPr algn="r">
              <a:spcBef>
                <a:spcPct val="0"/>
              </a:spcBef>
              <a:defRPr sz="900" smtClean="0">
                <a:solidFill>
                  <a:srgbClr val="A3A1A8"/>
                </a:solidFill>
              </a:defRPr>
            </a:lvl1pPr>
          </a:lstStyle>
          <a:p>
            <a:pPr>
              <a:defRPr/>
            </a:pPr>
            <a:fld id="{5F55DF97-AFFE-42B5-8269-4299C3F7272F}" type="slidenum">
              <a:rPr lang="en-US" smtClean="0"/>
              <a:pPr>
                <a:defRPr/>
              </a:pPr>
              <a:t>‹#›</a:t>
            </a:fld>
            <a:endParaRPr lang="en-US"/>
          </a:p>
        </p:txBody>
      </p:sp>
    </p:spTree>
    <p:extLst>
      <p:ext uri="{BB962C8B-B14F-4D97-AF65-F5344CB8AC3E}">
        <p14:creationId xmlns:p14="http://schemas.microsoft.com/office/powerpoint/2010/main" val="3082618829"/>
      </p:ext>
    </p:extLst>
  </p:cSld>
  <p:clrMap bg1="lt1" tx1="dk1" bg2="lt2" tx2="dk2" accent1="accent1" accent2="accent2" accent3="accent3" accent4="accent4" accent5="accent5" accent6="accent6" hlink="hlink" folHlink="folHlink"/>
  <p:notesStyle>
    <a:lvl1pPr algn="l" rtl="0" fontAlgn="base">
      <a:spcBef>
        <a:spcPts val="1200"/>
      </a:spcBef>
      <a:spcAft>
        <a:spcPct val="0"/>
      </a:spcAft>
      <a:defRPr sz="1200" kern="1200">
        <a:solidFill>
          <a:schemeClr val="tx1"/>
        </a:solidFill>
        <a:latin typeface="Arial" charset="0"/>
        <a:ea typeface="+mn-ea"/>
        <a:cs typeface="+mn-cs"/>
      </a:defRPr>
    </a:lvl1pPr>
    <a:lvl2pPr marL="137160" indent="-137160" algn="l" rtl="0" fontAlgn="base">
      <a:spcBef>
        <a:spcPts val="400"/>
      </a:spcBef>
      <a:spcAft>
        <a:spcPct val="0"/>
      </a:spcAft>
      <a:buClr>
        <a:schemeClr val="tx1"/>
      </a:buClr>
      <a:buFont typeface="Wingdings" panose="05000000000000000000" pitchFamily="2" charset="2"/>
      <a:buChar char="§"/>
      <a:defRPr sz="1200" kern="1200">
        <a:solidFill>
          <a:schemeClr val="tx1"/>
        </a:solidFill>
        <a:latin typeface="Arial" charset="0"/>
        <a:ea typeface="+mn-ea"/>
        <a:cs typeface="+mn-cs"/>
      </a:defRPr>
    </a:lvl2pPr>
    <a:lvl3pPr marL="274320" indent="-137160" algn="l" rtl="0" fontAlgn="base">
      <a:spcBef>
        <a:spcPts val="400"/>
      </a:spcBef>
      <a:spcAft>
        <a:spcPct val="0"/>
      </a:spcAft>
      <a:buClr>
        <a:schemeClr val="tx1"/>
      </a:buClr>
      <a:buFont typeface="Arial" panose="020B0604020202020204" pitchFamily="34" charset="0"/>
      <a:buChar char="–"/>
      <a:defRPr sz="1200" kern="1200">
        <a:solidFill>
          <a:schemeClr val="tx1"/>
        </a:solidFill>
        <a:latin typeface="Arial" charset="0"/>
        <a:ea typeface="+mn-ea"/>
        <a:cs typeface="+mn-cs"/>
      </a:defRPr>
    </a:lvl3pPr>
    <a:lvl4pPr marL="1371600" algn="l" rtl="0" fontAlgn="base">
      <a:spcBef>
        <a:spcPts val="1000"/>
      </a:spcBef>
      <a:spcAft>
        <a:spcPct val="0"/>
      </a:spcAft>
      <a:defRPr sz="1200" kern="1200">
        <a:solidFill>
          <a:schemeClr val="tx1"/>
        </a:solidFill>
        <a:latin typeface="Arial" charset="0"/>
        <a:ea typeface="+mn-ea"/>
        <a:cs typeface="+mn-cs"/>
      </a:defRPr>
    </a:lvl4pPr>
    <a:lvl5pPr marL="1828800" algn="l" rtl="0" fontAlgn="base">
      <a:spcBef>
        <a:spcPts val="1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charset="0"/>
                <a:ea typeface="+mn-ea"/>
                <a:cs typeface="+mn-cs"/>
              </a:rPr>
              <a:t>Newest ZAIDYN product </a:t>
            </a:r>
            <a:r>
              <a:rPr lang="en-US" sz="1200" kern="1200">
                <a:solidFill>
                  <a:schemeClr val="tx1"/>
                </a:solidFill>
                <a:effectLst/>
                <a:latin typeface="Arial" charset="0"/>
                <a:ea typeface="+mn-ea"/>
                <a:cs typeface="+mn-cs"/>
              </a:rPr>
              <a:t>to launch</a:t>
            </a:r>
            <a:endParaRPr lang="en-U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pPr>
              <a:defRPr/>
            </a:pPr>
            <a:fld id="{5F55DF97-AFFE-42B5-8269-4299C3F7272F}" type="slidenum">
              <a:rPr lang="en-US" smtClean="0"/>
              <a:pPr>
                <a:defRPr/>
              </a:pPr>
              <a:t>1</a:t>
            </a:fld>
            <a:endParaRPr lang="en-US"/>
          </a:p>
        </p:txBody>
      </p:sp>
    </p:spTree>
    <p:extLst>
      <p:ext uri="{BB962C8B-B14F-4D97-AF65-F5344CB8AC3E}">
        <p14:creationId xmlns:p14="http://schemas.microsoft.com/office/powerpoint/2010/main" val="3132059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charset="0"/>
                <a:ea typeface="+mn-ea"/>
                <a:cs typeface="+mn-cs"/>
              </a:rPr>
              <a:t>Be sure to speak often about the MSL behaviors</a:t>
            </a:r>
          </a:p>
          <a:p>
            <a:pPr lvl="0"/>
            <a:r>
              <a:rPr lang="en-US" sz="1200" kern="1200" dirty="0">
                <a:solidFill>
                  <a:schemeClr val="tx1"/>
                </a:solidFill>
                <a:effectLst/>
                <a:latin typeface="Arial" charset="0"/>
                <a:ea typeface="+mn-ea"/>
                <a:cs typeface="+mn-cs"/>
              </a:rPr>
              <a:t>Medical doctors, scholars, researchers, absorbers of knowledge</a:t>
            </a:r>
          </a:p>
          <a:p>
            <a:endParaRPr lang="en-U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pPr>
              <a:defRPr/>
            </a:pPr>
            <a:fld id="{5F55DF97-AFFE-42B5-8269-4299C3F7272F}" type="slidenum">
              <a:rPr lang="en-US" smtClean="0"/>
              <a:pPr>
                <a:defRPr/>
              </a:pPr>
              <a:t>2</a:t>
            </a:fld>
            <a:endParaRPr lang="en-US"/>
          </a:p>
        </p:txBody>
      </p:sp>
    </p:spTree>
    <p:extLst>
      <p:ext uri="{BB962C8B-B14F-4D97-AF65-F5344CB8AC3E}">
        <p14:creationId xmlns:p14="http://schemas.microsoft.com/office/powerpoint/2010/main" val="3511120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charset="0"/>
                <a:ea typeface="+mn-ea"/>
                <a:cs typeface="+mn-cs"/>
              </a:rPr>
              <a:t>A theme of all of these North Star visions </a:t>
            </a:r>
          </a:p>
          <a:p>
            <a:endParaRPr lang="en-U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Innovates the way users work with an assistant like product.  Workflows in the product are no longer one dimensional, rather multimodal, making the product flexible in a way users think, behave, and act. </a:t>
            </a:r>
          </a:p>
          <a:p>
            <a:r>
              <a:rPr lang="en-US" sz="1200" kern="1200" dirty="0">
                <a:solidFill>
                  <a:schemeClr val="tx1"/>
                </a:solidFill>
                <a:effectLst/>
                <a:latin typeface="Arial" charset="0"/>
                <a:ea typeface="+mn-ea"/>
                <a:cs typeface="+mn-cs"/>
              </a:rPr>
              <a:t>All of this adds to the current value prop of MCE by making Melissa more productive through efficiency gains, better time management of tasks, and increased engagement of the product through trust and stickiness.</a:t>
            </a:r>
          </a:p>
          <a:p>
            <a:r>
              <a:rPr lang="en-US" sz="1200" kern="1200" dirty="0">
                <a:solidFill>
                  <a:schemeClr val="tx1"/>
                </a:solidFill>
                <a:effectLst/>
                <a:latin typeface="Arial" charset="0"/>
                <a:ea typeface="+mn-ea"/>
                <a:cs typeface="+mn-cs"/>
              </a:rPr>
              <a:t> </a:t>
            </a:r>
          </a:p>
          <a:p>
            <a:r>
              <a:rPr lang="en-US" sz="1200" kern="1200" dirty="0">
                <a:solidFill>
                  <a:schemeClr val="tx1"/>
                </a:solidFill>
                <a:effectLst/>
                <a:latin typeface="Arial" charset="0"/>
                <a:ea typeface="+mn-ea"/>
                <a:cs typeface="+mn-cs"/>
              </a:rPr>
              <a:t>To achieve this, I’ll highlight the agentic experience for the MSL which is contextually on 3 fronts:</a:t>
            </a:r>
          </a:p>
          <a:p>
            <a:pPr lvl="0"/>
            <a:endParaRPr lang="en-US" sz="1200" kern="1200" dirty="0">
              <a:solidFill>
                <a:schemeClr val="tx1"/>
              </a:solidFill>
              <a:effectLst/>
              <a:latin typeface="Arial" charset="0"/>
              <a:ea typeface="+mn-ea"/>
              <a:cs typeface="+mn-cs"/>
            </a:endParaRPr>
          </a:p>
          <a:p>
            <a:pPr lvl="0"/>
            <a:r>
              <a:rPr lang="en-US" sz="1200" kern="1200" dirty="0">
                <a:solidFill>
                  <a:schemeClr val="tx1"/>
                </a:solidFill>
                <a:effectLst/>
                <a:latin typeface="Arial" charset="0"/>
                <a:ea typeface="+mn-ea"/>
                <a:cs typeface="+mn-cs"/>
              </a:rPr>
              <a:t>Who</a:t>
            </a:r>
            <a:br>
              <a:rPr lang="en-US" sz="1200" kern="1200" dirty="0">
                <a:solidFill>
                  <a:schemeClr val="tx1"/>
                </a:solidFill>
                <a:effectLst/>
                <a:latin typeface="Arial" charset="0"/>
                <a:ea typeface="+mn-ea"/>
                <a:cs typeface="+mn-cs"/>
              </a:rPr>
            </a:br>
            <a:r>
              <a:rPr lang="en-US" sz="1200" kern="1200" dirty="0">
                <a:solidFill>
                  <a:schemeClr val="tx1"/>
                </a:solidFill>
                <a:effectLst/>
                <a:latin typeface="Arial" charset="0"/>
                <a:ea typeface="+mn-ea"/>
                <a:cs typeface="+mn-cs"/>
              </a:rPr>
              <a:t>The system knows the user and learns the user’s behaviors, patterns, and approaches</a:t>
            </a:r>
          </a:p>
          <a:p>
            <a:pPr lvl="0"/>
            <a:endParaRPr lang="en-US" sz="1200" kern="1200" dirty="0">
              <a:solidFill>
                <a:schemeClr val="tx1"/>
              </a:solidFill>
              <a:effectLst/>
              <a:latin typeface="Arial" charset="0"/>
              <a:ea typeface="+mn-ea"/>
              <a:cs typeface="+mn-cs"/>
            </a:endParaRPr>
          </a:p>
          <a:p>
            <a:pPr lvl="0"/>
            <a:r>
              <a:rPr lang="en-US" sz="1200" kern="1200" dirty="0">
                <a:solidFill>
                  <a:schemeClr val="tx1"/>
                </a:solidFill>
                <a:effectLst/>
                <a:latin typeface="Arial" charset="0"/>
                <a:ea typeface="+mn-ea"/>
                <a:cs typeface="+mn-cs"/>
              </a:rPr>
              <a:t>Where</a:t>
            </a:r>
            <a:br>
              <a:rPr lang="en-US" sz="1200" kern="1200" dirty="0">
                <a:solidFill>
                  <a:schemeClr val="tx1"/>
                </a:solidFill>
                <a:effectLst/>
                <a:latin typeface="Arial" charset="0"/>
                <a:ea typeface="+mn-ea"/>
                <a:cs typeface="+mn-cs"/>
              </a:rPr>
            </a:br>
            <a:r>
              <a:rPr lang="en-US" sz="1200" kern="1200" dirty="0">
                <a:solidFill>
                  <a:schemeClr val="tx1"/>
                </a:solidFill>
                <a:effectLst/>
                <a:latin typeface="Arial" charset="0"/>
                <a:ea typeface="+mn-ea"/>
                <a:cs typeface="+mn-cs"/>
              </a:rPr>
              <a:t>The system knows where the user is in the application and can interpret what the user is intending to do</a:t>
            </a:r>
          </a:p>
          <a:p>
            <a:pPr lvl="0"/>
            <a:endParaRPr lang="en-US" sz="1200" kern="1200" dirty="0">
              <a:solidFill>
                <a:schemeClr val="tx1"/>
              </a:solidFill>
              <a:effectLst/>
              <a:latin typeface="Arial" charset="0"/>
              <a:ea typeface="+mn-ea"/>
              <a:cs typeface="+mn-cs"/>
            </a:endParaRPr>
          </a:p>
          <a:p>
            <a:pPr lvl="0"/>
            <a:r>
              <a:rPr lang="en-US" sz="1200" kern="1200" dirty="0">
                <a:solidFill>
                  <a:schemeClr val="tx1"/>
                </a:solidFill>
                <a:effectLst/>
                <a:latin typeface="Arial" charset="0"/>
                <a:ea typeface="+mn-ea"/>
                <a:cs typeface="+mn-cs"/>
              </a:rPr>
              <a:t>Outcomes</a:t>
            </a:r>
            <a:br>
              <a:rPr lang="en-US" sz="1200" kern="1200" dirty="0">
                <a:solidFill>
                  <a:schemeClr val="tx1"/>
                </a:solidFill>
                <a:effectLst/>
                <a:latin typeface="Arial" charset="0"/>
                <a:ea typeface="+mn-ea"/>
                <a:cs typeface="+mn-cs"/>
              </a:rPr>
            </a:br>
            <a:r>
              <a:rPr lang="en-US" sz="1200" kern="1200" dirty="0">
                <a:solidFill>
                  <a:schemeClr val="tx1"/>
                </a:solidFill>
                <a:effectLst/>
                <a:latin typeface="Arial" charset="0"/>
                <a:ea typeface="+mn-ea"/>
                <a:cs typeface="+mn-cs"/>
              </a:rPr>
              <a:t>The system is task oriented based upon the user’s behavior to assist in successful completing objectives</a:t>
            </a:r>
          </a:p>
          <a:p>
            <a:r>
              <a:rPr lang="en-US" sz="1200" kern="1200" dirty="0">
                <a:solidFill>
                  <a:schemeClr val="tx1"/>
                </a:solidFill>
                <a:effectLst/>
                <a:latin typeface="Arial" charset="0"/>
                <a:ea typeface="+mn-ea"/>
                <a:cs typeface="+mn-cs"/>
              </a:rPr>
              <a:t> </a:t>
            </a:r>
          </a:p>
          <a:p>
            <a:r>
              <a:rPr lang="en-US" sz="1200" kern="1200" dirty="0">
                <a:solidFill>
                  <a:schemeClr val="tx1"/>
                </a:solidFill>
                <a:effectLst/>
                <a:latin typeface="Arial" charset="0"/>
                <a:ea typeface="+mn-ea"/>
                <a:cs typeface="+mn-cs"/>
              </a:rPr>
              <a:t> </a:t>
            </a:r>
          </a:p>
          <a:p>
            <a:r>
              <a:rPr lang="en-US" sz="1200" kern="1200" dirty="0">
                <a:solidFill>
                  <a:schemeClr val="tx1"/>
                </a:solidFill>
                <a:effectLst/>
                <a:latin typeface="Arial" charset="0"/>
                <a:ea typeface="+mn-ea"/>
                <a:cs typeface="+mn-cs"/>
              </a:rPr>
              <a:t>Callout that the intelligence doesn’t complete with one another (left / right) </a:t>
            </a:r>
          </a:p>
          <a:p>
            <a:endParaRPr lang="en-US" dirty="0"/>
          </a:p>
        </p:txBody>
      </p:sp>
      <p:sp>
        <p:nvSpPr>
          <p:cNvPr id="4" name="Slide Number Placeholder 3"/>
          <p:cNvSpPr>
            <a:spLocks noGrp="1"/>
          </p:cNvSpPr>
          <p:nvPr>
            <p:ph type="sldNum" sz="quarter" idx="5"/>
          </p:nvPr>
        </p:nvSpPr>
        <p:spPr/>
        <p:txBody>
          <a:bodyPr/>
          <a:lstStyle/>
          <a:p>
            <a:pPr>
              <a:defRPr/>
            </a:pPr>
            <a:fld id="{5F55DF97-AFFE-42B5-8269-4299C3F7272F}" type="slidenum">
              <a:rPr lang="en-US" smtClean="0"/>
              <a:pPr>
                <a:defRPr/>
              </a:pPr>
              <a:t>3</a:t>
            </a:fld>
            <a:endParaRPr lang="en-US"/>
          </a:p>
        </p:txBody>
      </p:sp>
    </p:spTree>
    <p:extLst>
      <p:ext uri="{BB962C8B-B14F-4D97-AF65-F5344CB8AC3E}">
        <p14:creationId xmlns:p14="http://schemas.microsoft.com/office/powerpoint/2010/main" val="19787569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Arial" charset="0"/>
                <a:ea typeface="+mn-ea"/>
                <a:cs typeface="+mn-cs"/>
              </a:rPr>
              <a:t>Who</a:t>
            </a:r>
            <a:br>
              <a:rPr lang="en-US" sz="1200" kern="1200" dirty="0">
                <a:solidFill>
                  <a:schemeClr val="tx1"/>
                </a:solidFill>
                <a:effectLst/>
                <a:latin typeface="Arial" charset="0"/>
                <a:ea typeface="+mn-ea"/>
                <a:cs typeface="+mn-cs"/>
              </a:rPr>
            </a:br>
            <a:r>
              <a:rPr lang="en-US" sz="1200" kern="1200" dirty="0">
                <a:solidFill>
                  <a:schemeClr val="tx1"/>
                </a:solidFill>
                <a:effectLst/>
                <a:latin typeface="Arial" charset="0"/>
                <a:ea typeface="+mn-ea"/>
                <a:cs typeface="+mn-cs"/>
              </a:rPr>
              <a:t>The system knows the user and learns the user’s behaviors, patterns, and approaches</a:t>
            </a:r>
          </a:p>
          <a:p>
            <a:pPr lvl="0"/>
            <a:r>
              <a:rPr lang="en-US" sz="1200" kern="1200" dirty="0">
                <a:solidFill>
                  <a:schemeClr val="tx1"/>
                </a:solidFill>
                <a:effectLst/>
                <a:latin typeface="Arial" charset="0"/>
                <a:ea typeface="+mn-ea"/>
                <a:cs typeface="+mn-cs"/>
              </a:rPr>
              <a:t>Where</a:t>
            </a:r>
            <a:br>
              <a:rPr lang="en-US" sz="1200" kern="1200" dirty="0">
                <a:solidFill>
                  <a:schemeClr val="tx1"/>
                </a:solidFill>
                <a:effectLst/>
                <a:latin typeface="Arial" charset="0"/>
                <a:ea typeface="+mn-ea"/>
                <a:cs typeface="+mn-cs"/>
              </a:rPr>
            </a:br>
            <a:r>
              <a:rPr lang="en-US" sz="1200" kern="1200" dirty="0">
                <a:solidFill>
                  <a:schemeClr val="tx1"/>
                </a:solidFill>
                <a:effectLst/>
                <a:latin typeface="Arial" charset="0"/>
                <a:ea typeface="+mn-ea"/>
                <a:cs typeface="+mn-cs"/>
              </a:rPr>
              <a:t>The system knows where the user is in the application and can interpret what the user is intending to do</a:t>
            </a:r>
          </a:p>
          <a:p>
            <a:pPr lvl="0"/>
            <a:r>
              <a:rPr lang="en-US" sz="1200" kern="1200" dirty="0">
                <a:solidFill>
                  <a:schemeClr val="tx1"/>
                </a:solidFill>
                <a:effectLst/>
                <a:latin typeface="Arial" charset="0"/>
                <a:ea typeface="+mn-ea"/>
                <a:cs typeface="+mn-cs"/>
              </a:rPr>
              <a:t>Outcomes</a:t>
            </a:r>
            <a:br>
              <a:rPr lang="en-US" sz="1200" kern="1200" dirty="0">
                <a:solidFill>
                  <a:schemeClr val="tx1"/>
                </a:solidFill>
                <a:effectLst/>
                <a:latin typeface="Arial" charset="0"/>
                <a:ea typeface="+mn-ea"/>
                <a:cs typeface="+mn-cs"/>
              </a:rPr>
            </a:br>
            <a:r>
              <a:rPr lang="en-US" sz="1200" kern="1200" dirty="0">
                <a:solidFill>
                  <a:schemeClr val="tx1"/>
                </a:solidFill>
                <a:effectLst/>
                <a:latin typeface="Arial" charset="0"/>
                <a:ea typeface="+mn-ea"/>
                <a:cs typeface="+mn-cs"/>
              </a:rPr>
              <a:t>The system is task oriented based upon the user’s behavior to assist in successful completed objectives</a:t>
            </a:r>
          </a:p>
          <a:p>
            <a:endParaRPr lang="en-US" dirty="0"/>
          </a:p>
        </p:txBody>
      </p:sp>
      <p:sp>
        <p:nvSpPr>
          <p:cNvPr id="4" name="Slide Number Placeholder 3"/>
          <p:cNvSpPr>
            <a:spLocks noGrp="1"/>
          </p:cNvSpPr>
          <p:nvPr>
            <p:ph type="sldNum" sz="quarter" idx="5"/>
          </p:nvPr>
        </p:nvSpPr>
        <p:spPr/>
        <p:txBody>
          <a:bodyPr/>
          <a:lstStyle/>
          <a:p>
            <a:pPr>
              <a:defRPr/>
            </a:pPr>
            <a:fld id="{5F55DF97-AFFE-42B5-8269-4299C3F7272F}" type="slidenum">
              <a:rPr lang="en-US" smtClean="0"/>
              <a:pPr>
                <a:defRPr/>
              </a:pPr>
              <a:t>5</a:t>
            </a:fld>
            <a:endParaRPr lang="en-US"/>
          </a:p>
        </p:txBody>
      </p:sp>
    </p:spTree>
    <p:extLst>
      <p:ext uri="{BB962C8B-B14F-4D97-AF65-F5344CB8AC3E}">
        <p14:creationId xmlns:p14="http://schemas.microsoft.com/office/powerpoint/2010/main" val="20085767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pic>
        <p:nvPicPr>
          <p:cNvPr id="9" name="Picture 8" descr="A blurry image of a planet&#10;&#10;AI-generated content may be incorrect.">
            <a:extLst>
              <a:ext uri="{FF2B5EF4-FFF2-40B4-BE49-F238E27FC236}">
                <a16:creationId xmlns:a16="http://schemas.microsoft.com/office/drawing/2014/main" id="{ED3F0562-98AB-26AC-F3DD-05DDFE47A3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528582"/>
            <a:ext cx="4487917" cy="1329417"/>
          </a:xfrm>
          <a:prstGeom prst="rect">
            <a:avLst/>
          </a:prstGeom>
        </p:spPr>
      </p:pic>
      <p:sp>
        <p:nvSpPr>
          <p:cNvPr id="2" name="Title 1">
            <a:extLst>
              <a:ext uri="{FF2B5EF4-FFF2-40B4-BE49-F238E27FC236}">
                <a16:creationId xmlns:a16="http://schemas.microsoft.com/office/drawing/2014/main" id="{C7EBDFEA-E520-4CB8-B97E-216B21E7DD12}"/>
              </a:ext>
            </a:extLst>
          </p:cNvPr>
          <p:cNvSpPr>
            <a:spLocks noGrp="1"/>
          </p:cNvSpPr>
          <p:nvPr>
            <p:ph type="ctrTitle" hasCustomPrompt="1"/>
          </p:nvPr>
        </p:nvSpPr>
        <p:spPr bwMode="auto">
          <a:xfrm>
            <a:off x="548640" y="2134362"/>
            <a:ext cx="5760720" cy="1661993"/>
          </a:xfrm>
        </p:spPr>
        <p:txBody>
          <a:bodyPr anchor="b">
            <a:noAutofit/>
          </a:bodyPr>
          <a:lstStyle>
            <a:lvl1pPr algn="l">
              <a:defRPr sz="3600" b="0">
                <a:solidFill>
                  <a:schemeClr val="accent1"/>
                </a:solidFill>
              </a:defRPr>
            </a:lvl1pPr>
          </a:lstStyle>
          <a:p>
            <a:r>
              <a:rPr lang="en-US"/>
              <a:t>Project name</a:t>
            </a:r>
            <a:br>
              <a:rPr lang="en-US"/>
            </a:br>
            <a:r>
              <a:rPr lang="en-US"/>
              <a:t>Presentation title </a:t>
            </a:r>
            <a:br>
              <a:rPr lang="en-US"/>
            </a:br>
            <a:r>
              <a:rPr lang="en-US"/>
              <a:t>(Arial 36 pt)</a:t>
            </a:r>
          </a:p>
        </p:txBody>
      </p:sp>
      <p:sp>
        <p:nvSpPr>
          <p:cNvPr id="3" name="Subtitle 2">
            <a:extLst>
              <a:ext uri="{FF2B5EF4-FFF2-40B4-BE49-F238E27FC236}">
                <a16:creationId xmlns:a16="http://schemas.microsoft.com/office/drawing/2014/main" id="{159000BD-79BF-4611-9B57-571F7BE12EB4}"/>
              </a:ext>
            </a:extLst>
          </p:cNvPr>
          <p:cNvSpPr>
            <a:spLocks noGrp="1"/>
          </p:cNvSpPr>
          <p:nvPr>
            <p:ph type="subTitle" idx="1" hasCustomPrompt="1"/>
          </p:nvPr>
        </p:nvSpPr>
        <p:spPr bwMode="auto">
          <a:xfrm>
            <a:off x="548640" y="4182618"/>
            <a:ext cx="5760720" cy="276999"/>
          </a:xfrm>
        </p:spPr>
        <p:txBody>
          <a:bodyPr>
            <a:noAutofit/>
          </a:bodyPr>
          <a:lstStyle>
            <a:lvl1pPr marL="0" indent="0" algn="l">
              <a:spcBef>
                <a:spcPts val="0"/>
              </a:spcBef>
              <a:spcAft>
                <a:spcPts val="0"/>
              </a:spcAft>
              <a:buNone/>
              <a:defRPr sz="18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Prepared for Client Name (Arial 18 </a:t>
            </a:r>
            <a:r>
              <a:rPr lang="en-US" err="1"/>
              <a:t>pt</a:t>
            </a:r>
            <a:r>
              <a:rPr lang="en-US"/>
              <a:t>)</a:t>
            </a:r>
          </a:p>
        </p:txBody>
      </p:sp>
      <p:sp>
        <p:nvSpPr>
          <p:cNvPr id="11" name="Text Placeholder 10">
            <a:extLst>
              <a:ext uri="{FF2B5EF4-FFF2-40B4-BE49-F238E27FC236}">
                <a16:creationId xmlns:a16="http://schemas.microsoft.com/office/drawing/2014/main" id="{D39DAEAE-09D9-43F1-ACE9-0FBAF0973A19}"/>
              </a:ext>
            </a:extLst>
          </p:cNvPr>
          <p:cNvSpPr>
            <a:spLocks noGrp="1"/>
          </p:cNvSpPr>
          <p:nvPr>
            <p:ph type="body" sz="quarter" idx="10" hasCustomPrompt="1"/>
          </p:nvPr>
        </p:nvSpPr>
        <p:spPr bwMode="auto">
          <a:xfrm>
            <a:off x="549275" y="4499842"/>
            <a:ext cx="5760720" cy="215444"/>
          </a:xfrm>
        </p:spPr>
        <p:txBody>
          <a:bodyPr>
            <a:noAutofit/>
          </a:bodyPr>
          <a:lstStyle>
            <a:lvl1pPr>
              <a:spcBef>
                <a:spcPts val="0"/>
              </a:spcBef>
              <a:spcAft>
                <a:spcPts val="0"/>
              </a:spcAft>
              <a:defRPr sz="1400">
                <a:solidFill>
                  <a:schemeClr val="accent1"/>
                </a:solidFill>
              </a:defRPr>
            </a:lvl1pPr>
          </a:lstStyle>
          <a:p>
            <a:pPr lvl="0"/>
            <a:r>
              <a:rPr lang="en-US"/>
              <a:t>Date</a:t>
            </a:r>
          </a:p>
        </p:txBody>
      </p:sp>
      <p:sp>
        <p:nvSpPr>
          <p:cNvPr id="12" name="Text Placeholder 10">
            <a:extLst>
              <a:ext uri="{FF2B5EF4-FFF2-40B4-BE49-F238E27FC236}">
                <a16:creationId xmlns:a16="http://schemas.microsoft.com/office/drawing/2014/main" id="{8A8940B4-E368-4738-955D-BBD8ECE7045E}"/>
              </a:ext>
            </a:extLst>
          </p:cNvPr>
          <p:cNvSpPr>
            <a:spLocks noGrp="1"/>
          </p:cNvSpPr>
          <p:nvPr>
            <p:ph type="body" sz="quarter" idx="11" hasCustomPrompt="1"/>
          </p:nvPr>
        </p:nvSpPr>
        <p:spPr bwMode="auto">
          <a:xfrm>
            <a:off x="549276" y="5111496"/>
            <a:ext cx="5760720" cy="307777"/>
          </a:xfrm>
        </p:spPr>
        <p:txBody>
          <a:bodyPr wrap="square" anchor="b" anchorCtr="0">
            <a:noAutofit/>
          </a:bodyPr>
          <a:lstStyle>
            <a:lvl1pPr>
              <a:spcBef>
                <a:spcPts val="0"/>
              </a:spcBef>
              <a:spcAft>
                <a:spcPts val="0"/>
              </a:spcAft>
              <a:defRPr sz="1000">
                <a:solidFill>
                  <a:schemeClr val="tx2"/>
                </a:solidFill>
              </a:defRPr>
            </a:lvl1pPr>
          </a:lstStyle>
          <a:p>
            <a:pPr lvl="0"/>
            <a:r>
              <a:rPr lang="en-US"/>
              <a:t>Confidential statement</a:t>
            </a:r>
          </a:p>
        </p:txBody>
      </p:sp>
      <p:sp>
        <p:nvSpPr>
          <p:cNvPr id="13" name="Text Placeholder 10">
            <a:extLst>
              <a:ext uri="{FF2B5EF4-FFF2-40B4-BE49-F238E27FC236}">
                <a16:creationId xmlns:a16="http://schemas.microsoft.com/office/drawing/2014/main" id="{1CA3EB8B-ACB8-4D00-A63C-DD1B6F0BC12B}"/>
              </a:ext>
            </a:extLst>
          </p:cNvPr>
          <p:cNvSpPr>
            <a:spLocks noGrp="1"/>
          </p:cNvSpPr>
          <p:nvPr>
            <p:ph type="body" sz="quarter" idx="12" hasCustomPrompt="1"/>
          </p:nvPr>
        </p:nvSpPr>
        <p:spPr bwMode="auto">
          <a:xfrm>
            <a:off x="549276" y="5495544"/>
            <a:ext cx="5760720" cy="153888"/>
          </a:xfrm>
        </p:spPr>
        <p:txBody>
          <a:bodyPr wrap="square" anchor="t">
            <a:spAutoFit/>
          </a:bodyPr>
          <a:lstStyle>
            <a:lvl1pPr>
              <a:spcBef>
                <a:spcPts val="0"/>
              </a:spcBef>
              <a:spcAft>
                <a:spcPts val="0"/>
              </a:spcAft>
              <a:defRPr sz="1000">
                <a:solidFill>
                  <a:schemeClr val="tx2"/>
                </a:solidFill>
              </a:defRPr>
            </a:lvl1pPr>
          </a:lstStyle>
          <a:p>
            <a:pPr lvl="0"/>
            <a:r>
              <a:rPr lang="en-US"/>
              <a:t>Office and contact number</a:t>
            </a:r>
          </a:p>
        </p:txBody>
      </p:sp>
      <p:cxnSp>
        <p:nvCxnSpPr>
          <p:cNvPr id="25" name="Straight Connector 24">
            <a:extLst>
              <a:ext uri="{FF2B5EF4-FFF2-40B4-BE49-F238E27FC236}">
                <a16:creationId xmlns:a16="http://schemas.microsoft.com/office/drawing/2014/main" id="{2DD777C9-2AB8-42BC-8310-990E53560028}"/>
              </a:ext>
            </a:extLst>
          </p:cNvPr>
          <p:cNvCxnSpPr>
            <a:cxnSpLocks/>
          </p:cNvCxnSpPr>
          <p:nvPr userDrawn="1"/>
        </p:nvCxnSpPr>
        <p:spPr bwMode="gray">
          <a:xfrm>
            <a:off x="2448864" y="1028700"/>
            <a:ext cx="0" cy="228600"/>
          </a:xfrm>
          <a:prstGeom prst="line">
            <a:avLst/>
          </a:prstGeom>
          <a:ln w="12700" cap="flat">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15" name="titlemaster_clientlogo" hidden="1">
            <a:extLst>
              <a:ext uri="{FF2B5EF4-FFF2-40B4-BE49-F238E27FC236}">
                <a16:creationId xmlns:a16="http://schemas.microsoft.com/office/drawing/2014/main" id="{73647228-12FF-4FEA-9212-FF9D142B463D}"/>
              </a:ext>
            </a:extLst>
          </p:cNvPr>
          <p:cNvSpPr txBox="1">
            <a:spLocks noChangeArrowheads="1"/>
          </p:cNvSpPr>
          <p:nvPr userDrawn="1"/>
        </p:nvSpPr>
        <p:spPr bwMode="auto">
          <a:xfrm>
            <a:off x="2844000" y="685800"/>
            <a:ext cx="1828800" cy="914400"/>
          </a:xfrm>
          <a:prstGeom prst="rect">
            <a:avLst/>
          </a:prstGeom>
          <a:noFill/>
          <a:ln w="9525">
            <a:noFill/>
            <a:miter lim="800000"/>
            <a:headEnd/>
            <a:tailEnd/>
          </a:ln>
          <a:effectLst/>
        </p:spPr>
        <p:txBody>
          <a:bodyPr/>
          <a:lstStyle/>
          <a:p>
            <a:pPr algn="l">
              <a:spcBef>
                <a:spcPct val="50000"/>
              </a:spcBef>
            </a:pPr>
            <a:endParaRPr lang="en-US" sz="1800"/>
          </a:p>
        </p:txBody>
      </p:sp>
      <p:sp>
        <p:nvSpPr>
          <p:cNvPr id="17" name="titlemaster_draft" hidden="1">
            <a:extLst>
              <a:ext uri="{FF2B5EF4-FFF2-40B4-BE49-F238E27FC236}">
                <a16:creationId xmlns:a16="http://schemas.microsoft.com/office/drawing/2014/main" id="{3645DDA6-F9EA-4E88-8CFE-B64E169C40DB}"/>
              </a:ext>
            </a:extLst>
          </p:cNvPr>
          <p:cNvSpPr txBox="1"/>
          <p:nvPr userDrawn="1"/>
        </p:nvSpPr>
        <p:spPr>
          <a:xfrm>
            <a:off x="5931692" y="189999"/>
            <a:ext cx="328616" cy="169277"/>
          </a:xfrm>
          <a:prstGeom prst="rect">
            <a:avLst/>
          </a:prstGeom>
          <a:noFill/>
        </p:spPr>
        <p:txBody>
          <a:bodyPr wrap="none" lIns="0" tIns="0" rIns="0" bIns="0" rtlCol="0" anchor="ctr" anchorCtr="0">
            <a:spAutoFit/>
          </a:bodyPr>
          <a:lstStyle/>
          <a:p>
            <a:pPr algn="ctr"/>
            <a:r>
              <a:rPr lang="en-US" sz="1100" b="1">
                <a:solidFill>
                  <a:schemeClr val="tx2"/>
                </a:solidFill>
              </a:rPr>
              <a:t>Draft</a:t>
            </a:r>
          </a:p>
        </p:txBody>
      </p:sp>
      <p:pic>
        <p:nvPicPr>
          <p:cNvPr id="18" name="Graphic 17">
            <a:extLst>
              <a:ext uri="{FF2B5EF4-FFF2-40B4-BE49-F238E27FC236}">
                <a16:creationId xmlns:a16="http://schemas.microsoft.com/office/drawing/2014/main" id="{EFF2E339-1C73-42EE-A565-8BEBFECF5A0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9274" y="549090"/>
            <a:ext cx="2793076" cy="640080"/>
          </a:xfrm>
          <a:prstGeom prst="rect">
            <a:avLst/>
          </a:prstGeom>
        </p:spPr>
      </p:pic>
    </p:spTree>
    <p:extLst>
      <p:ext uri="{BB962C8B-B14F-4D97-AF65-F5344CB8AC3E}">
        <p14:creationId xmlns:p14="http://schemas.microsoft.com/office/powerpoint/2010/main" val="2177473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0860C-1611-415D-B493-9E72EFC20C69}"/>
              </a:ext>
            </a:extLst>
          </p:cNvPr>
          <p:cNvSpPr>
            <a:spLocks noGrp="1"/>
          </p:cNvSpPr>
          <p:nvPr>
            <p:ph type="title" hasCustomPrompt="1"/>
          </p:nvPr>
        </p:nvSpPr>
        <p:spPr bwMode="auto">
          <a:xfrm>
            <a:off x="548640" y="457200"/>
            <a:ext cx="11091672" cy="461665"/>
          </a:xfrm>
        </p:spPr>
        <p:txBody>
          <a:bodyPr/>
          <a:lstStyle>
            <a:lvl1pPr>
              <a:defRPr>
                <a:solidFill>
                  <a:schemeClr val="accent1"/>
                </a:solidFill>
              </a:defRPr>
            </a:lvl1pPr>
          </a:lstStyle>
          <a:p>
            <a:r>
              <a:rPr lang="en-US"/>
              <a:t>Click to add title (Arial 30 pt)</a:t>
            </a:r>
          </a:p>
        </p:txBody>
      </p:sp>
      <p:sp>
        <p:nvSpPr>
          <p:cNvPr id="5" name="Content Placeholder 2">
            <a:extLst>
              <a:ext uri="{FF2B5EF4-FFF2-40B4-BE49-F238E27FC236}">
                <a16:creationId xmlns:a16="http://schemas.microsoft.com/office/drawing/2014/main" id="{FEBB0295-4FF3-43F6-B6AE-C3DE5235AF7D}"/>
              </a:ext>
            </a:extLst>
          </p:cNvPr>
          <p:cNvSpPr>
            <a:spLocks noGrp="1"/>
          </p:cNvSpPr>
          <p:nvPr>
            <p:ph sz="quarter" idx="10" hasCustomPrompt="1"/>
          </p:nvPr>
        </p:nvSpPr>
        <p:spPr>
          <a:xfrm>
            <a:off x="548640" y="1856232"/>
            <a:ext cx="11091672" cy="4453128"/>
          </a:xfrm>
        </p:spPr>
        <p:txBody>
          <a:bodyPr>
            <a:noAutofit/>
          </a:bodyPr>
          <a:lstStyle>
            <a:lvl1pPr marL="0" indent="0" algn="l">
              <a:lnSpc>
                <a:spcPct val="100000"/>
              </a:lnSpc>
              <a:spcBef>
                <a:spcPts val="1500"/>
              </a:spcBef>
              <a:spcAft>
                <a:spcPts val="0"/>
              </a:spcAft>
              <a:buFontTx/>
              <a:buNone/>
              <a:defRPr b="0" i="0" u="none" strike="noStrike" cap="none" spc="0" normalizeH="0" baseline="0">
                <a:solidFill>
                  <a:schemeClr val="accent1"/>
                </a:solidFill>
                <a:latin typeface="Arial" panose="020B0604020202020204" pitchFamily="34" charset="0"/>
              </a:defRPr>
            </a:lvl1pPr>
            <a:lvl2pPr marL="228600" indent="-228600" algn="l">
              <a:lnSpc>
                <a:spcPct val="100000"/>
              </a:lnSpc>
              <a:spcBef>
                <a:spcPts val="600"/>
              </a:spcBef>
              <a:spcAft>
                <a:spcPts val="0"/>
              </a:spcAft>
              <a:buClrTx/>
              <a:buSzPct val="100000"/>
              <a:buFont typeface="Wingdings 2" panose="05020102010507070707" pitchFamily="18" charset="2"/>
              <a:buChar char=""/>
              <a:defRPr i="0" u="none" strike="noStrike" cap="none" spc="0" normalizeH="0" baseline="0">
                <a:solidFill>
                  <a:schemeClr val="accent1"/>
                </a:solidFill>
                <a:latin typeface="Arial" panose="020B0604020202020204" pitchFamily="34" charset="0"/>
              </a:defRPr>
            </a:lvl2pPr>
            <a:lvl3pPr marL="457200" indent="-228600" algn="l">
              <a:lnSpc>
                <a:spcPct val="100000"/>
              </a:lnSpc>
              <a:spcBef>
                <a:spcPts val="600"/>
              </a:spcBef>
              <a:spcAft>
                <a:spcPts val="0"/>
              </a:spcAft>
              <a:buClrTx/>
              <a:buSzPct val="100000"/>
              <a:buFont typeface="Arial" panose="020B0604020202020204" pitchFamily="34" charset="0"/>
              <a:buChar char="–"/>
              <a:defRPr i="0" u="none" strike="noStrike" cap="none" spc="0" normalizeH="0" baseline="0">
                <a:solidFill>
                  <a:schemeClr val="accent1"/>
                </a:solidFill>
                <a:latin typeface="Arial" panose="020B0604020202020204" pitchFamily="34" charset="0"/>
              </a:defRPr>
            </a:lvl3pPr>
            <a:lvl4pPr>
              <a:defRPr>
                <a:solidFill>
                  <a:schemeClr val="accent1"/>
                </a:solidFill>
              </a:defRPr>
            </a:lvl4pPr>
            <a:lvl5pPr>
              <a:defRPr>
                <a:solidFill>
                  <a:schemeClr val="accent1"/>
                </a:solidFill>
              </a:defRPr>
            </a:lvl5pPr>
          </a:lstStyle>
          <a:p>
            <a:pPr lvl="0"/>
            <a:r>
              <a:rPr lang="en-US"/>
              <a:t>Click to add text (Arial 18 pt)</a:t>
            </a:r>
          </a:p>
          <a:p>
            <a:pPr lvl="1"/>
            <a:r>
              <a:rPr lang="en-US"/>
              <a:t>Second level</a:t>
            </a:r>
          </a:p>
          <a:p>
            <a:pPr lvl="2"/>
            <a:r>
              <a:rPr lang="en-US"/>
              <a:t>Third level</a:t>
            </a:r>
          </a:p>
        </p:txBody>
      </p:sp>
      <p:sp>
        <p:nvSpPr>
          <p:cNvPr id="3" name="TextBox 2">
            <a:extLst>
              <a:ext uri="{FF2B5EF4-FFF2-40B4-BE49-F238E27FC236}">
                <a16:creationId xmlns:a16="http://schemas.microsoft.com/office/drawing/2014/main" id="{62784837-4601-24AD-EF61-CFA75E84459B}"/>
              </a:ext>
            </a:extLst>
          </p:cNvPr>
          <p:cNvSpPr txBox="1"/>
          <p:nvPr userDrawn="1"/>
        </p:nvSpPr>
        <p:spPr>
          <a:xfrm>
            <a:off x="10406270" y="6619461"/>
            <a:ext cx="0" cy="0"/>
          </a:xfrm>
          <a:prstGeom prst="rect">
            <a:avLst/>
          </a:prstGeom>
          <a:noFill/>
          <a:ln>
            <a:noFill/>
            <a:miter lim="800000"/>
          </a:ln>
        </p:spPr>
        <p:txBody>
          <a:bodyPr wrap="none" lIns="0" tIns="0" rIns="0" bIns="0" rtlCol="0">
            <a:noAutofit/>
          </a:bodyPr>
          <a:lstStyle/>
          <a:p>
            <a:pPr algn="l">
              <a:spcBef>
                <a:spcPts val="600"/>
              </a:spcBef>
              <a:spcAft>
                <a:spcPts val="0"/>
              </a:spcAft>
            </a:pPr>
            <a:endParaRPr lang="en-US" sz="1800" dirty="0" err="1">
              <a:solidFill>
                <a:schemeClr val="accent1"/>
              </a:solidFill>
            </a:endParaRPr>
          </a:p>
        </p:txBody>
      </p:sp>
    </p:spTree>
    <p:extLst>
      <p:ext uri="{BB962C8B-B14F-4D97-AF65-F5344CB8AC3E}">
        <p14:creationId xmlns:p14="http://schemas.microsoft.com/office/powerpoint/2010/main" val="3297185969"/>
      </p:ext>
    </p:extLst>
  </p:cSld>
  <p:clrMapOvr>
    <a:masterClrMapping/>
  </p:clrMapOvr>
  <p:extLst>
    <p:ext uri="{DCECCB84-F9BA-43D5-87BE-67443E8EF086}">
      <p15:sldGuideLst xmlns:p15="http://schemas.microsoft.com/office/powerpoint/2012/main">
        <p15:guide id="1" orient="horz" pos="117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768CE-375C-4842-BF55-8BE857CA08F1}"/>
              </a:ext>
            </a:extLst>
          </p:cNvPr>
          <p:cNvSpPr>
            <a:spLocks noGrp="1"/>
          </p:cNvSpPr>
          <p:nvPr>
            <p:ph type="title" hasCustomPrompt="1"/>
          </p:nvPr>
        </p:nvSpPr>
        <p:spPr bwMode="auto">
          <a:xfrm>
            <a:off x="548640" y="457200"/>
            <a:ext cx="11091672" cy="461665"/>
          </a:xfrm>
        </p:spPr>
        <p:txBody>
          <a:bodyPr/>
          <a:lstStyle>
            <a:lvl1pPr>
              <a:defRPr>
                <a:solidFill>
                  <a:schemeClr val="accent1"/>
                </a:solidFill>
              </a:defRPr>
            </a:lvl1pPr>
          </a:lstStyle>
          <a:p>
            <a:r>
              <a:rPr lang="en-US"/>
              <a:t>Click to add title (Arial 30 pt)</a:t>
            </a:r>
          </a:p>
        </p:txBody>
      </p:sp>
    </p:spTree>
    <p:extLst>
      <p:ext uri="{BB962C8B-B14F-4D97-AF65-F5344CB8AC3E}">
        <p14:creationId xmlns:p14="http://schemas.microsoft.com/office/powerpoint/2010/main" val="3796468828"/>
      </p:ext>
    </p:extLst>
  </p:cSld>
  <p:clrMapOvr>
    <a:masterClrMapping/>
  </p:clrMapOvr>
  <p:extLst>
    <p:ext uri="{DCECCB84-F9BA-43D5-87BE-67443E8EF086}">
      <p15:sldGuideLst xmlns:p15="http://schemas.microsoft.com/office/powerpoint/2012/main">
        <p15:guide id="1" orient="horz" pos="117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Divider Dark">
    <p:bg>
      <p:bgPr>
        <a:solidFill>
          <a:schemeClr val="bg1"/>
        </a:solidFill>
        <a:effectLst/>
      </p:bgPr>
    </p:bg>
    <p:spTree>
      <p:nvGrpSpPr>
        <p:cNvPr id="1" name=""/>
        <p:cNvGrpSpPr/>
        <p:nvPr/>
      </p:nvGrpSpPr>
      <p:grpSpPr>
        <a:xfrm>
          <a:off x="0" y="0"/>
          <a:ext cx="0" cy="0"/>
          <a:chOff x="0" y="0"/>
          <a:chExt cx="0" cy="0"/>
        </a:xfrm>
      </p:grpSpPr>
      <p:pic>
        <p:nvPicPr>
          <p:cNvPr id="10" name="Picture 9" descr="A blurry image of a planet&#10;&#10;AI-generated content may be incorrect.">
            <a:extLst>
              <a:ext uri="{FF2B5EF4-FFF2-40B4-BE49-F238E27FC236}">
                <a16:creationId xmlns:a16="http://schemas.microsoft.com/office/drawing/2014/main" id="{1FCF378D-5C43-59E3-395C-8C87D7FBD4E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22147" y="4200939"/>
            <a:ext cx="8969853" cy="2657061"/>
          </a:xfrm>
          <a:prstGeom prst="rect">
            <a:avLst/>
          </a:prstGeom>
        </p:spPr>
      </p:pic>
      <p:sp>
        <p:nvSpPr>
          <p:cNvPr id="2" name="Title 1">
            <a:extLst>
              <a:ext uri="{FF2B5EF4-FFF2-40B4-BE49-F238E27FC236}">
                <a16:creationId xmlns:a16="http://schemas.microsoft.com/office/drawing/2014/main" id="{116FF51D-F35F-4EEA-A86B-2847AB1E7737}"/>
              </a:ext>
            </a:extLst>
          </p:cNvPr>
          <p:cNvSpPr>
            <a:spLocks noGrp="1"/>
          </p:cNvSpPr>
          <p:nvPr>
            <p:ph type="title" hasCustomPrompt="1"/>
          </p:nvPr>
        </p:nvSpPr>
        <p:spPr bwMode="auto">
          <a:xfrm>
            <a:off x="2132964" y="2867371"/>
            <a:ext cx="7925436" cy="2176272"/>
          </a:xfrm>
          <a:noFill/>
        </p:spPr>
        <p:txBody>
          <a:bodyPr anchor="t">
            <a:noAutofit/>
          </a:bodyPr>
          <a:lstStyle>
            <a:lvl1pPr algn="ctr">
              <a:defRPr sz="4000" b="0">
                <a:solidFill>
                  <a:schemeClr val="accent1"/>
                </a:solidFill>
              </a:defRPr>
            </a:lvl1pPr>
          </a:lstStyle>
          <a:p>
            <a:r>
              <a:rPr lang="en-US"/>
              <a:t>Click to add section title </a:t>
            </a:r>
            <a:br>
              <a:rPr lang="en-US"/>
            </a:br>
            <a:r>
              <a:rPr lang="en-US"/>
              <a:t>(Arial 40 pt)</a:t>
            </a:r>
          </a:p>
        </p:txBody>
      </p:sp>
      <p:sp>
        <p:nvSpPr>
          <p:cNvPr id="3" name="Text Placeholder 2">
            <a:extLst>
              <a:ext uri="{FF2B5EF4-FFF2-40B4-BE49-F238E27FC236}">
                <a16:creationId xmlns:a16="http://schemas.microsoft.com/office/drawing/2014/main" id="{CA67FF0C-3EA2-42C3-A9F8-0C006EFCB146}"/>
              </a:ext>
            </a:extLst>
          </p:cNvPr>
          <p:cNvSpPr>
            <a:spLocks noGrp="1"/>
          </p:cNvSpPr>
          <p:nvPr>
            <p:ph type="body" idx="1" hasCustomPrompt="1"/>
          </p:nvPr>
        </p:nvSpPr>
        <p:spPr bwMode="auto">
          <a:xfrm>
            <a:off x="2666681" y="2196164"/>
            <a:ext cx="6858000" cy="276999"/>
          </a:xfrm>
          <a:noFill/>
        </p:spPr>
        <p:txBody>
          <a:bodyPr wrap="square" bIns="0" anchor="b">
            <a:spAutoFit/>
          </a:bodyPr>
          <a:lstStyle>
            <a:lvl1pPr marL="0" indent="0" algn="ctr">
              <a:spcBef>
                <a:spcPts val="0"/>
              </a:spcBef>
              <a:buNone/>
              <a:defRPr sz="1800" cap="all" spc="300" baseline="0">
                <a:solidFill>
                  <a:schemeClr val="accent2"/>
                </a:solidFill>
                <a:latin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SECTION NUMBER (ARIAL 18 PT)</a:t>
            </a:r>
          </a:p>
        </p:txBody>
      </p:sp>
      <p:cxnSp>
        <p:nvCxnSpPr>
          <p:cNvPr id="8" name="Straight Connector 7">
            <a:extLst>
              <a:ext uri="{FF2B5EF4-FFF2-40B4-BE49-F238E27FC236}">
                <a16:creationId xmlns:a16="http://schemas.microsoft.com/office/drawing/2014/main" id="{E2C3DB42-8D31-435E-B234-25F1065FA093}"/>
              </a:ext>
            </a:extLst>
          </p:cNvPr>
          <p:cNvCxnSpPr>
            <a:cxnSpLocks/>
          </p:cNvCxnSpPr>
          <p:nvPr userDrawn="1"/>
        </p:nvCxnSpPr>
        <p:spPr bwMode="auto">
          <a:xfrm>
            <a:off x="3519423" y="2706655"/>
            <a:ext cx="5152516" cy="0"/>
          </a:xfrm>
          <a:prstGeom prst="line">
            <a:avLst/>
          </a:prstGeom>
          <a:ln w="12700" cap="flat">
            <a:solidFill>
              <a:srgbClr val="D1D0D4"/>
            </a:solidFill>
            <a:round/>
          </a:ln>
        </p:spPr>
        <p:style>
          <a:lnRef idx="1">
            <a:schemeClr val="accent1"/>
          </a:lnRef>
          <a:fillRef idx="0">
            <a:schemeClr val="accent1"/>
          </a:fillRef>
          <a:effectRef idx="0">
            <a:schemeClr val="accent1"/>
          </a:effectRef>
          <a:fontRef idx="minor">
            <a:schemeClr val="tx1"/>
          </a:fontRef>
        </p:style>
      </p:cxnSp>
      <p:pic>
        <p:nvPicPr>
          <p:cNvPr id="18" name="Picture 17" descr="A black and orange lines&#10;&#10;AI-generated content may be incorrect.">
            <a:extLst>
              <a:ext uri="{FF2B5EF4-FFF2-40B4-BE49-F238E27FC236}">
                <a16:creationId xmlns:a16="http://schemas.microsoft.com/office/drawing/2014/main" id="{5FA31822-9AC9-CB2E-68CF-056B814BE24D}"/>
              </a:ext>
            </a:extLst>
          </p:cNvPr>
          <p:cNvPicPr>
            <a:picLocks noChangeAspect="1"/>
          </p:cNvPicPr>
          <p:nvPr userDrawn="1"/>
        </p:nvPicPr>
        <p:blipFill>
          <a:blip r:embed="rId3">
            <a:alphaModFix amt="30000"/>
            <a:extLst>
              <a:ext uri="{28A0092B-C50C-407E-A947-70E740481C1C}">
                <a14:useLocalDpi xmlns:a14="http://schemas.microsoft.com/office/drawing/2010/main" val="0"/>
              </a:ext>
            </a:extLst>
          </a:blip>
          <a:srcRect l="31847" b="47925"/>
          <a:stretch>
            <a:fillRect/>
          </a:stretch>
        </p:blipFill>
        <p:spPr>
          <a:xfrm rot="5400000">
            <a:off x="-358616" y="358615"/>
            <a:ext cx="3163324" cy="2446093"/>
          </a:xfrm>
          <a:prstGeom prst="rect">
            <a:avLst/>
          </a:prstGeom>
        </p:spPr>
      </p:pic>
      <p:sp>
        <p:nvSpPr>
          <p:cNvPr id="19" name="slidemaster_copyright">
            <a:extLst>
              <a:ext uri="{FF2B5EF4-FFF2-40B4-BE49-F238E27FC236}">
                <a16:creationId xmlns:a16="http://schemas.microsoft.com/office/drawing/2014/main" id="{CD05C40E-38C7-6006-8009-E62084456017}"/>
              </a:ext>
            </a:extLst>
          </p:cNvPr>
          <p:cNvSpPr txBox="1">
            <a:spLocks/>
          </p:cNvSpPr>
          <p:nvPr userDrawn="1"/>
        </p:nvSpPr>
        <p:spPr bwMode="auto">
          <a:xfrm>
            <a:off x="9641413" y="6544205"/>
            <a:ext cx="1532471" cy="138499"/>
          </a:xfrm>
          <a:prstGeom prst="rect">
            <a:avLst/>
          </a:prstGeom>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r">
              <a:spcBef>
                <a:spcPts val="0"/>
              </a:spcBef>
            </a:pPr>
            <a:r>
              <a:rPr lang="en-US" sz="900" dirty="0">
                <a:solidFill>
                  <a:srgbClr val="A3A1A8"/>
                </a:solidFill>
              </a:rPr>
              <a:t>© 2026 ZAIDYN | Confidential</a:t>
            </a:r>
          </a:p>
        </p:txBody>
      </p:sp>
      <p:sp>
        <p:nvSpPr>
          <p:cNvPr id="20" name="slidemaster_pagenumber">
            <a:extLst>
              <a:ext uri="{FF2B5EF4-FFF2-40B4-BE49-F238E27FC236}">
                <a16:creationId xmlns:a16="http://schemas.microsoft.com/office/drawing/2014/main" id="{4BBB02E6-940F-8509-DBAB-C6ECC3E9F676}"/>
              </a:ext>
            </a:extLst>
          </p:cNvPr>
          <p:cNvSpPr txBox="1">
            <a:spLocks/>
          </p:cNvSpPr>
          <p:nvPr userDrawn="1"/>
        </p:nvSpPr>
        <p:spPr bwMode="auto">
          <a:xfrm>
            <a:off x="11499248" y="6544205"/>
            <a:ext cx="141064" cy="138499"/>
          </a:xfrm>
          <a:prstGeom prst="rect">
            <a:avLst/>
          </a:prstGeom>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ctr">
              <a:spcBef>
                <a:spcPts val="0"/>
              </a:spcBef>
            </a:pPr>
            <a:fld id="{DA07F8F6-7554-49F2-A940-4760BCDD8FCA}" type="slidenum">
              <a:rPr lang="en-US" sz="900" smtClean="0">
                <a:solidFill>
                  <a:srgbClr val="A3A1A8"/>
                </a:solidFill>
              </a:rPr>
              <a:pPr algn="ctr">
                <a:spcBef>
                  <a:spcPts val="0"/>
                </a:spcBef>
              </a:pPr>
              <a:t>‹#›</a:t>
            </a:fld>
            <a:endParaRPr lang="en-US" sz="900">
              <a:solidFill>
                <a:srgbClr val="A3A1A8"/>
              </a:solidFill>
            </a:endParaRPr>
          </a:p>
        </p:txBody>
      </p:sp>
    </p:spTree>
    <p:extLst>
      <p:ext uri="{BB962C8B-B14F-4D97-AF65-F5344CB8AC3E}">
        <p14:creationId xmlns:p14="http://schemas.microsoft.com/office/powerpoint/2010/main" val="2059465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Divider Light">
    <p:bg>
      <p:bgPr>
        <a:solidFill>
          <a:schemeClr val="bg1"/>
        </a:solidFill>
        <a:effectLst/>
      </p:bgPr>
    </p:bg>
    <p:spTree>
      <p:nvGrpSpPr>
        <p:cNvPr id="1" name=""/>
        <p:cNvGrpSpPr/>
        <p:nvPr/>
      </p:nvGrpSpPr>
      <p:grpSpPr>
        <a:xfrm>
          <a:off x="0" y="0"/>
          <a:ext cx="0" cy="0"/>
          <a:chOff x="0" y="0"/>
          <a:chExt cx="0" cy="0"/>
        </a:xfrm>
      </p:grpSpPr>
      <p:pic>
        <p:nvPicPr>
          <p:cNvPr id="9" name="Picture 8" descr="A black and white background&#10;&#10;AI-generated content may be incorrect.">
            <a:extLst>
              <a:ext uri="{FF2B5EF4-FFF2-40B4-BE49-F238E27FC236}">
                <a16:creationId xmlns:a16="http://schemas.microsoft.com/office/drawing/2014/main" id="{461ED733-DF51-9E4D-99B0-78D1C9B590B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49888" y="-1"/>
            <a:ext cx="10042112" cy="2974687"/>
          </a:xfrm>
          <a:prstGeom prst="rect">
            <a:avLst/>
          </a:prstGeom>
        </p:spPr>
      </p:pic>
      <p:sp>
        <p:nvSpPr>
          <p:cNvPr id="2" name="Title 1">
            <a:extLst>
              <a:ext uri="{FF2B5EF4-FFF2-40B4-BE49-F238E27FC236}">
                <a16:creationId xmlns:a16="http://schemas.microsoft.com/office/drawing/2014/main" id="{116FF51D-F35F-4EEA-A86B-2847AB1E7737}"/>
              </a:ext>
            </a:extLst>
          </p:cNvPr>
          <p:cNvSpPr>
            <a:spLocks noGrp="1"/>
          </p:cNvSpPr>
          <p:nvPr>
            <p:ph type="title" hasCustomPrompt="1"/>
          </p:nvPr>
        </p:nvSpPr>
        <p:spPr bwMode="auto">
          <a:xfrm>
            <a:off x="548640" y="2867371"/>
            <a:ext cx="7772400" cy="2176272"/>
          </a:xfrm>
          <a:noFill/>
        </p:spPr>
        <p:txBody>
          <a:bodyPr anchor="t">
            <a:noAutofit/>
          </a:bodyPr>
          <a:lstStyle>
            <a:lvl1pPr>
              <a:defRPr sz="4000" b="0">
                <a:solidFill>
                  <a:schemeClr val="accent1"/>
                </a:solidFill>
              </a:defRPr>
            </a:lvl1pPr>
          </a:lstStyle>
          <a:p>
            <a:r>
              <a:rPr lang="en-US"/>
              <a:t>Click to add section title </a:t>
            </a:r>
            <a:br>
              <a:rPr lang="en-US"/>
            </a:br>
            <a:r>
              <a:rPr lang="en-US"/>
              <a:t>(Arial 40 pt)</a:t>
            </a:r>
          </a:p>
        </p:txBody>
      </p:sp>
      <p:sp>
        <p:nvSpPr>
          <p:cNvPr id="3" name="Text Placeholder 2">
            <a:extLst>
              <a:ext uri="{FF2B5EF4-FFF2-40B4-BE49-F238E27FC236}">
                <a16:creationId xmlns:a16="http://schemas.microsoft.com/office/drawing/2014/main" id="{CA67FF0C-3EA2-42C3-A9F8-0C006EFCB146}"/>
              </a:ext>
            </a:extLst>
          </p:cNvPr>
          <p:cNvSpPr>
            <a:spLocks noGrp="1"/>
          </p:cNvSpPr>
          <p:nvPr>
            <p:ph type="body" idx="1" hasCustomPrompt="1"/>
          </p:nvPr>
        </p:nvSpPr>
        <p:spPr bwMode="auto">
          <a:xfrm>
            <a:off x="548640" y="2196164"/>
            <a:ext cx="6858000" cy="276999"/>
          </a:xfrm>
          <a:noFill/>
        </p:spPr>
        <p:txBody>
          <a:bodyPr wrap="square" bIns="0" anchor="b">
            <a:spAutoFit/>
          </a:bodyPr>
          <a:lstStyle>
            <a:lvl1pPr marL="0" indent="0">
              <a:spcBef>
                <a:spcPts val="0"/>
              </a:spcBef>
              <a:buNone/>
              <a:defRPr sz="1800" cap="all" spc="300" baseline="0">
                <a:solidFill>
                  <a:schemeClr val="accent2"/>
                </a:solidFill>
                <a:latin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SECTION NUMBER (ARIAL 18 PT)</a:t>
            </a:r>
          </a:p>
        </p:txBody>
      </p:sp>
      <p:cxnSp>
        <p:nvCxnSpPr>
          <p:cNvPr id="8" name="Straight Connector 7">
            <a:extLst>
              <a:ext uri="{FF2B5EF4-FFF2-40B4-BE49-F238E27FC236}">
                <a16:creationId xmlns:a16="http://schemas.microsoft.com/office/drawing/2014/main" id="{E2C3DB42-8D31-435E-B234-25F1065FA093}"/>
              </a:ext>
            </a:extLst>
          </p:cNvPr>
          <p:cNvCxnSpPr>
            <a:cxnSpLocks/>
          </p:cNvCxnSpPr>
          <p:nvPr userDrawn="1"/>
        </p:nvCxnSpPr>
        <p:spPr bwMode="auto">
          <a:xfrm>
            <a:off x="548640" y="2706655"/>
            <a:ext cx="6858000" cy="0"/>
          </a:xfrm>
          <a:prstGeom prst="line">
            <a:avLst/>
          </a:prstGeom>
          <a:ln w="12700">
            <a:solidFill>
              <a:srgbClr val="D1D0D4"/>
            </a:solidFill>
          </a:ln>
        </p:spPr>
        <p:style>
          <a:lnRef idx="1">
            <a:schemeClr val="accent1"/>
          </a:lnRef>
          <a:fillRef idx="0">
            <a:schemeClr val="accent1"/>
          </a:fillRef>
          <a:effectRef idx="0">
            <a:schemeClr val="accent1"/>
          </a:effectRef>
          <a:fontRef idx="minor">
            <a:schemeClr val="tx1"/>
          </a:fontRef>
        </p:style>
      </p:cxnSp>
      <p:pic>
        <p:nvPicPr>
          <p:cNvPr id="15" name="Picture 14" descr="A black and orange lines&#10;&#10;AI-generated content may be incorrect.">
            <a:extLst>
              <a:ext uri="{FF2B5EF4-FFF2-40B4-BE49-F238E27FC236}">
                <a16:creationId xmlns:a16="http://schemas.microsoft.com/office/drawing/2014/main" id="{094F632A-14CD-6560-7579-2BFF3FD26938}"/>
              </a:ext>
            </a:extLst>
          </p:cNvPr>
          <p:cNvPicPr>
            <a:picLocks noChangeAspect="1"/>
          </p:cNvPicPr>
          <p:nvPr userDrawn="1"/>
        </p:nvPicPr>
        <p:blipFill>
          <a:blip r:embed="rId3">
            <a:alphaModFix amt="40000"/>
            <a:extLst>
              <a:ext uri="{28A0092B-C50C-407E-A947-70E740481C1C}">
                <a14:useLocalDpi xmlns:a14="http://schemas.microsoft.com/office/drawing/2010/main" val="0"/>
              </a:ext>
            </a:extLst>
          </a:blip>
          <a:srcRect r="28037"/>
          <a:stretch>
            <a:fillRect/>
          </a:stretch>
        </p:blipFill>
        <p:spPr>
          <a:xfrm>
            <a:off x="10392263" y="4327035"/>
            <a:ext cx="1799737" cy="2530965"/>
          </a:xfrm>
          <a:prstGeom prst="rect">
            <a:avLst/>
          </a:prstGeom>
        </p:spPr>
      </p:pic>
      <p:pic>
        <p:nvPicPr>
          <p:cNvPr id="17" name="Picture 16" descr="A blurry image of a planet&#10;&#10;AI-generated content may be incorrect.">
            <a:extLst>
              <a:ext uri="{FF2B5EF4-FFF2-40B4-BE49-F238E27FC236}">
                <a16:creationId xmlns:a16="http://schemas.microsoft.com/office/drawing/2014/main" id="{180BE858-5A38-635B-3D81-BD49D5624F8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 y="5211314"/>
            <a:ext cx="5558971" cy="1646686"/>
          </a:xfrm>
          <a:prstGeom prst="rect">
            <a:avLst/>
          </a:prstGeom>
        </p:spPr>
      </p:pic>
    </p:spTree>
    <p:extLst>
      <p:ext uri="{BB962C8B-B14F-4D97-AF65-F5344CB8AC3E}">
        <p14:creationId xmlns:p14="http://schemas.microsoft.com/office/powerpoint/2010/main" val="2178776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1_Section Divider Light">
    <p:bg>
      <p:bgPr>
        <a:solidFill>
          <a:schemeClr val="bg1"/>
        </a:solidFill>
        <a:effectLst/>
      </p:bgPr>
    </p:bg>
    <p:spTree>
      <p:nvGrpSpPr>
        <p:cNvPr id="1" name=""/>
        <p:cNvGrpSpPr/>
        <p:nvPr/>
      </p:nvGrpSpPr>
      <p:grpSpPr>
        <a:xfrm>
          <a:off x="0" y="0"/>
          <a:ext cx="0" cy="0"/>
          <a:chOff x="0" y="0"/>
          <a:chExt cx="0" cy="0"/>
        </a:xfrm>
      </p:grpSpPr>
      <p:pic>
        <p:nvPicPr>
          <p:cNvPr id="4" name="Picture 3" descr="A blurry image of a planet&#10;&#10;AI-generated content may be incorrect.">
            <a:extLst>
              <a:ext uri="{FF2B5EF4-FFF2-40B4-BE49-F238E27FC236}">
                <a16:creationId xmlns:a16="http://schemas.microsoft.com/office/drawing/2014/main" id="{38A39389-11EB-EE23-1E5B-13D97FFED3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22147" y="4200939"/>
            <a:ext cx="8969853" cy="2657061"/>
          </a:xfrm>
          <a:prstGeom prst="rect">
            <a:avLst/>
          </a:prstGeom>
        </p:spPr>
      </p:pic>
      <p:sp>
        <p:nvSpPr>
          <p:cNvPr id="2" name="Title 1">
            <a:extLst>
              <a:ext uri="{FF2B5EF4-FFF2-40B4-BE49-F238E27FC236}">
                <a16:creationId xmlns:a16="http://schemas.microsoft.com/office/drawing/2014/main" id="{116FF51D-F35F-4EEA-A86B-2847AB1E7737}"/>
              </a:ext>
            </a:extLst>
          </p:cNvPr>
          <p:cNvSpPr>
            <a:spLocks noGrp="1"/>
          </p:cNvSpPr>
          <p:nvPr>
            <p:ph type="title" hasCustomPrompt="1"/>
          </p:nvPr>
        </p:nvSpPr>
        <p:spPr bwMode="auto">
          <a:xfrm>
            <a:off x="1102092" y="2867371"/>
            <a:ext cx="7772400" cy="2176272"/>
          </a:xfrm>
          <a:noFill/>
        </p:spPr>
        <p:txBody>
          <a:bodyPr anchor="t">
            <a:noAutofit/>
          </a:bodyPr>
          <a:lstStyle>
            <a:lvl1pPr>
              <a:defRPr sz="4000" b="0">
                <a:solidFill>
                  <a:schemeClr val="accent1"/>
                </a:solidFill>
              </a:defRPr>
            </a:lvl1pPr>
          </a:lstStyle>
          <a:p>
            <a:r>
              <a:rPr lang="en-US"/>
              <a:t>Click to add section title </a:t>
            </a:r>
            <a:br>
              <a:rPr lang="en-US"/>
            </a:br>
            <a:r>
              <a:rPr lang="en-US"/>
              <a:t>(Arial 40 pt)</a:t>
            </a:r>
          </a:p>
        </p:txBody>
      </p:sp>
      <p:sp>
        <p:nvSpPr>
          <p:cNvPr id="3" name="Text Placeholder 2">
            <a:extLst>
              <a:ext uri="{FF2B5EF4-FFF2-40B4-BE49-F238E27FC236}">
                <a16:creationId xmlns:a16="http://schemas.microsoft.com/office/drawing/2014/main" id="{CA67FF0C-3EA2-42C3-A9F8-0C006EFCB146}"/>
              </a:ext>
            </a:extLst>
          </p:cNvPr>
          <p:cNvSpPr>
            <a:spLocks noGrp="1"/>
          </p:cNvSpPr>
          <p:nvPr>
            <p:ph type="body" idx="1" hasCustomPrompt="1"/>
          </p:nvPr>
        </p:nvSpPr>
        <p:spPr bwMode="auto">
          <a:xfrm>
            <a:off x="1102092" y="2196164"/>
            <a:ext cx="6858000" cy="276999"/>
          </a:xfrm>
          <a:noFill/>
        </p:spPr>
        <p:txBody>
          <a:bodyPr wrap="square" bIns="0" anchor="b">
            <a:spAutoFit/>
          </a:bodyPr>
          <a:lstStyle>
            <a:lvl1pPr marL="0" indent="0">
              <a:spcBef>
                <a:spcPts val="0"/>
              </a:spcBef>
              <a:buNone/>
              <a:defRPr sz="1800" cap="all" spc="300" baseline="0">
                <a:solidFill>
                  <a:schemeClr val="accent2"/>
                </a:solidFill>
                <a:latin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SECTION NUMBER (ARIAL 18 PT)</a:t>
            </a:r>
          </a:p>
        </p:txBody>
      </p:sp>
      <p:cxnSp>
        <p:nvCxnSpPr>
          <p:cNvPr id="8" name="Straight Connector 7">
            <a:extLst>
              <a:ext uri="{FF2B5EF4-FFF2-40B4-BE49-F238E27FC236}">
                <a16:creationId xmlns:a16="http://schemas.microsoft.com/office/drawing/2014/main" id="{E2C3DB42-8D31-435E-B234-25F1065FA093}"/>
              </a:ext>
            </a:extLst>
          </p:cNvPr>
          <p:cNvCxnSpPr>
            <a:cxnSpLocks/>
          </p:cNvCxnSpPr>
          <p:nvPr userDrawn="1"/>
        </p:nvCxnSpPr>
        <p:spPr bwMode="auto">
          <a:xfrm>
            <a:off x="1102092" y="2706655"/>
            <a:ext cx="6858000" cy="0"/>
          </a:xfrm>
          <a:prstGeom prst="line">
            <a:avLst/>
          </a:prstGeom>
          <a:ln w="12700">
            <a:solidFill>
              <a:srgbClr val="D1D0D4"/>
            </a:solidFill>
          </a:ln>
        </p:spPr>
        <p:style>
          <a:lnRef idx="1">
            <a:schemeClr val="accent1"/>
          </a:lnRef>
          <a:fillRef idx="0">
            <a:schemeClr val="accent1"/>
          </a:fillRef>
          <a:effectRef idx="0">
            <a:schemeClr val="accent1"/>
          </a:effectRef>
          <a:fontRef idx="minor">
            <a:schemeClr val="tx1"/>
          </a:fontRef>
        </p:style>
      </p:cxnSp>
      <p:sp>
        <p:nvSpPr>
          <p:cNvPr id="5" name="slidemaster_copyright">
            <a:extLst>
              <a:ext uri="{FF2B5EF4-FFF2-40B4-BE49-F238E27FC236}">
                <a16:creationId xmlns:a16="http://schemas.microsoft.com/office/drawing/2014/main" id="{11D12D7B-66E4-3FB2-17DC-42653DF5E922}"/>
              </a:ext>
            </a:extLst>
          </p:cNvPr>
          <p:cNvSpPr txBox="1">
            <a:spLocks/>
          </p:cNvSpPr>
          <p:nvPr userDrawn="1"/>
        </p:nvSpPr>
        <p:spPr bwMode="auto">
          <a:xfrm>
            <a:off x="9641413" y="6544205"/>
            <a:ext cx="1532471" cy="138499"/>
          </a:xfrm>
          <a:prstGeom prst="rect">
            <a:avLst/>
          </a:prstGeom>
          <a:noFill/>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r">
              <a:spcBef>
                <a:spcPts val="0"/>
              </a:spcBef>
            </a:pPr>
            <a:r>
              <a:rPr lang="en-US" sz="900" dirty="0">
                <a:solidFill>
                  <a:srgbClr val="A3A1A8"/>
                </a:solidFill>
              </a:rPr>
              <a:t>© 2026 ZAIDYN | Confidential</a:t>
            </a:r>
          </a:p>
        </p:txBody>
      </p:sp>
      <p:sp>
        <p:nvSpPr>
          <p:cNvPr id="6" name="slidemaster_pagenumber">
            <a:extLst>
              <a:ext uri="{FF2B5EF4-FFF2-40B4-BE49-F238E27FC236}">
                <a16:creationId xmlns:a16="http://schemas.microsoft.com/office/drawing/2014/main" id="{804282A6-FF19-6805-538C-8BD4DE4561A2}"/>
              </a:ext>
            </a:extLst>
          </p:cNvPr>
          <p:cNvSpPr txBox="1">
            <a:spLocks/>
          </p:cNvSpPr>
          <p:nvPr userDrawn="1"/>
        </p:nvSpPr>
        <p:spPr bwMode="auto">
          <a:xfrm>
            <a:off x="11499248" y="6544205"/>
            <a:ext cx="141064" cy="138499"/>
          </a:xfrm>
          <a:prstGeom prst="rect">
            <a:avLst/>
          </a:prstGeom>
          <a:noFill/>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ctr">
              <a:spcBef>
                <a:spcPts val="0"/>
              </a:spcBef>
            </a:pPr>
            <a:fld id="{DA07F8F6-7554-49F2-A940-4760BCDD8FCA}" type="slidenum">
              <a:rPr lang="en-US" sz="900" smtClean="0">
                <a:solidFill>
                  <a:srgbClr val="A3A1A8"/>
                </a:solidFill>
              </a:rPr>
              <a:pPr algn="ctr">
                <a:spcBef>
                  <a:spcPts val="0"/>
                </a:spcBef>
              </a:pPr>
              <a:t>‹#›</a:t>
            </a:fld>
            <a:endParaRPr lang="en-US" sz="900">
              <a:solidFill>
                <a:srgbClr val="A3A1A8"/>
              </a:solidFill>
            </a:endParaRPr>
          </a:p>
        </p:txBody>
      </p:sp>
      <p:pic>
        <p:nvPicPr>
          <p:cNvPr id="11" name="Picture 10" descr="A black and orange lines&#10;&#10;AI-generated content may be incorrect.">
            <a:extLst>
              <a:ext uri="{FF2B5EF4-FFF2-40B4-BE49-F238E27FC236}">
                <a16:creationId xmlns:a16="http://schemas.microsoft.com/office/drawing/2014/main" id="{05CD19F0-F83C-10EE-563A-E937FA47C669}"/>
              </a:ext>
            </a:extLst>
          </p:cNvPr>
          <p:cNvPicPr>
            <a:picLocks noChangeAspect="1"/>
          </p:cNvPicPr>
          <p:nvPr userDrawn="1"/>
        </p:nvPicPr>
        <p:blipFill>
          <a:blip r:embed="rId3">
            <a:alphaModFix amt="40000"/>
            <a:extLst>
              <a:ext uri="{28A0092B-C50C-407E-A947-70E740481C1C}">
                <a14:useLocalDpi xmlns:a14="http://schemas.microsoft.com/office/drawing/2010/main" val="0"/>
              </a:ext>
            </a:extLst>
          </a:blip>
          <a:srcRect t="28298" r="28037"/>
          <a:stretch>
            <a:fillRect/>
          </a:stretch>
        </p:blipFill>
        <p:spPr>
          <a:xfrm>
            <a:off x="10392263" y="0"/>
            <a:ext cx="1799737" cy="1814757"/>
          </a:xfrm>
          <a:prstGeom prst="rect">
            <a:avLst/>
          </a:prstGeom>
        </p:spPr>
      </p:pic>
      <p:pic>
        <p:nvPicPr>
          <p:cNvPr id="9" name="Picture 8">
            <a:extLst>
              <a:ext uri="{FF2B5EF4-FFF2-40B4-BE49-F238E27FC236}">
                <a16:creationId xmlns:a16="http://schemas.microsoft.com/office/drawing/2014/main" id="{9316135B-8291-6A37-1669-0590E353FBF3}"/>
              </a:ext>
            </a:extLst>
          </p:cNvPr>
          <p:cNvPicPr>
            <a:picLocks noChangeAspect="1"/>
          </p:cNvPicPr>
          <p:nvPr userDrawn="1"/>
        </p:nvPicPr>
        <p:blipFill>
          <a:blip r:embed="rId4"/>
          <a:srcRect l="63462" t="22925" r="23501" b="22925"/>
          <a:stretch>
            <a:fillRect/>
          </a:stretch>
        </p:blipFill>
        <p:spPr>
          <a:xfrm>
            <a:off x="0" y="1005843"/>
            <a:ext cx="894080" cy="3713594"/>
          </a:xfrm>
          <a:prstGeom prst="rect">
            <a:avLst/>
          </a:prstGeom>
        </p:spPr>
      </p:pic>
    </p:spTree>
    <p:extLst>
      <p:ext uri="{BB962C8B-B14F-4D97-AF65-F5344CB8AC3E}">
        <p14:creationId xmlns:p14="http://schemas.microsoft.com/office/powerpoint/2010/main" val="2242174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roduct Overview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768CE-375C-4842-BF55-8BE857CA08F1}"/>
              </a:ext>
            </a:extLst>
          </p:cNvPr>
          <p:cNvSpPr>
            <a:spLocks noGrp="1"/>
          </p:cNvSpPr>
          <p:nvPr>
            <p:ph type="title" hasCustomPrompt="1"/>
          </p:nvPr>
        </p:nvSpPr>
        <p:spPr bwMode="auto">
          <a:xfrm>
            <a:off x="3823891" y="1840397"/>
            <a:ext cx="4544218" cy="461665"/>
          </a:xfrm>
        </p:spPr>
        <p:txBody>
          <a:bodyPr/>
          <a:lstStyle>
            <a:lvl1pPr algn="ctr">
              <a:defRPr>
                <a:solidFill>
                  <a:schemeClr val="accent1"/>
                </a:solidFill>
              </a:defRPr>
            </a:lvl1pPr>
          </a:lstStyle>
          <a:p>
            <a:pPr fontAlgn="auto">
              <a:spcAft>
                <a:spcPts val="0"/>
              </a:spcAft>
            </a:pPr>
            <a:r>
              <a:rPr lang="en-US"/>
              <a:t>Product Overview</a:t>
            </a:r>
          </a:p>
        </p:txBody>
      </p:sp>
      <p:sp>
        <p:nvSpPr>
          <p:cNvPr id="4" name="Picture Placeholder 5">
            <a:extLst>
              <a:ext uri="{FF2B5EF4-FFF2-40B4-BE49-F238E27FC236}">
                <a16:creationId xmlns:a16="http://schemas.microsoft.com/office/drawing/2014/main" id="{884CD342-2C29-A726-96E8-81444C65D788}"/>
              </a:ext>
            </a:extLst>
          </p:cNvPr>
          <p:cNvSpPr>
            <a:spLocks noGrp="1"/>
          </p:cNvSpPr>
          <p:nvPr>
            <p:ph type="pic" sz="quarter" idx="15"/>
          </p:nvPr>
        </p:nvSpPr>
        <p:spPr>
          <a:xfrm>
            <a:off x="549088" y="1079105"/>
            <a:ext cx="3154680" cy="1984248"/>
          </a:xfrm>
          <a:prstGeom prst="roundRect">
            <a:avLst>
              <a:gd name="adj" fmla="val 2388"/>
            </a:avLst>
          </a:prstGeom>
          <a:pattFill prst="pct10">
            <a:fgClr>
              <a:schemeClr val="accent1"/>
            </a:fgClr>
            <a:bgClr>
              <a:schemeClr val="bg1"/>
            </a:bgClr>
          </a:pattFill>
          <a:ln w="28575">
            <a:solidFill>
              <a:schemeClr val="accent2"/>
            </a:solidFill>
          </a:ln>
          <a:effectLst>
            <a:outerShdw blurRad="50800" dist="38100" dir="2700000" algn="tl" rotWithShape="0">
              <a:prstClr val="black">
                <a:alpha val="40000"/>
              </a:prstClr>
            </a:outerShdw>
          </a:effectLst>
        </p:spPr>
        <p:txBody>
          <a:bodyPr/>
          <a:lstStyle/>
          <a:p>
            <a:endParaRPr lang="en-US"/>
          </a:p>
        </p:txBody>
      </p:sp>
      <p:sp>
        <p:nvSpPr>
          <p:cNvPr id="5" name="Picture Placeholder 5">
            <a:extLst>
              <a:ext uri="{FF2B5EF4-FFF2-40B4-BE49-F238E27FC236}">
                <a16:creationId xmlns:a16="http://schemas.microsoft.com/office/drawing/2014/main" id="{1D47D6F8-E63D-FAE1-CDE4-BC7FF29E4D96}"/>
              </a:ext>
            </a:extLst>
          </p:cNvPr>
          <p:cNvSpPr>
            <a:spLocks noGrp="1"/>
          </p:cNvSpPr>
          <p:nvPr>
            <p:ph type="pic" sz="quarter" idx="17"/>
          </p:nvPr>
        </p:nvSpPr>
        <p:spPr>
          <a:xfrm>
            <a:off x="8487858" y="1079105"/>
            <a:ext cx="3154680" cy="1984248"/>
          </a:xfrm>
          <a:prstGeom prst="roundRect">
            <a:avLst>
              <a:gd name="adj" fmla="val 2388"/>
            </a:avLst>
          </a:prstGeom>
          <a:pattFill prst="pct10">
            <a:fgClr>
              <a:schemeClr val="accent1"/>
            </a:fgClr>
            <a:bgClr>
              <a:schemeClr val="bg1"/>
            </a:bgClr>
          </a:pattFill>
          <a:ln w="28575">
            <a:solidFill>
              <a:schemeClr val="accent2"/>
            </a:solidFill>
          </a:ln>
          <a:effectLst>
            <a:outerShdw blurRad="50800" dist="38100" dir="2700000" algn="tl" rotWithShape="0">
              <a:prstClr val="black">
                <a:alpha val="40000"/>
              </a:prstClr>
            </a:outerShdw>
          </a:effectLst>
        </p:spPr>
        <p:txBody>
          <a:bodyPr/>
          <a:lstStyle/>
          <a:p>
            <a:endParaRPr lang="en-US"/>
          </a:p>
        </p:txBody>
      </p:sp>
      <p:sp>
        <p:nvSpPr>
          <p:cNvPr id="6" name="Picture Placeholder 5">
            <a:extLst>
              <a:ext uri="{FF2B5EF4-FFF2-40B4-BE49-F238E27FC236}">
                <a16:creationId xmlns:a16="http://schemas.microsoft.com/office/drawing/2014/main" id="{AB8FA19B-4667-57D6-B2B7-5DAC9613055A}"/>
              </a:ext>
            </a:extLst>
          </p:cNvPr>
          <p:cNvSpPr>
            <a:spLocks noGrp="1"/>
          </p:cNvSpPr>
          <p:nvPr>
            <p:ph type="pic" sz="quarter" idx="18"/>
          </p:nvPr>
        </p:nvSpPr>
        <p:spPr>
          <a:xfrm>
            <a:off x="549088" y="4134744"/>
            <a:ext cx="3154680" cy="1984248"/>
          </a:xfrm>
          <a:prstGeom prst="roundRect">
            <a:avLst>
              <a:gd name="adj" fmla="val 2388"/>
            </a:avLst>
          </a:prstGeom>
          <a:pattFill prst="pct10">
            <a:fgClr>
              <a:schemeClr val="accent1"/>
            </a:fgClr>
            <a:bgClr>
              <a:schemeClr val="bg1"/>
            </a:bgClr>
          </a:pattFill>
          <a:ln w="28575">
            <a:solidFill>
              <a:schemeClr val="accent2"/>
            </a:solidFill>
          </a:ln>
          <a:effectLst>
            <a:outerShdw blurRad="50800" dist="38100" dir="2700000" algn="tl" rotWithShape="0">
              <a:prstClr val="black">
                <a:alpha val="40000"/>
              </a:prstClr>
            </a:outerShdw>
          </a:effectLst>
        </p:spPr>
        <p:txBody>
          <a:bodyPr/>
          <a:lstStyle/>
          <a:p>
            <a:endParaRPr lang="en-US"/>
          </a:p>
        </p:txBody>
      </p:sp>
      <p:sp>
        <p:nvSpPr>
          <p:cNvPr id="7" name="Picture Placeholder 5">
            <a:extLst>
              <a:ext uri="{FF2B5EF4-FFF2-40B4-BE49-F238E27FC236}">
                <a16:creationId xmlns:a16="http://schemas.microsoft.com/office/drawing/2014/main" id="{DE98BA94-01F0-FCD9-546C-71D95BAC6E6F}"/>
              </a:ext>
            </a:extLst>
          </p:cNvPr>
          <p:cNvSpPr>
            <a:spLocks noGrp="1"/>
          </p:cNvSpPr>
          <p:nvPr>
            <p:ph type="pic" sz="quarter" idx="19"/>
          </p:nvPr>
        </p:nvSpPr>
        <p:spPr>
          <a:xfrm>
            <a:off x="4511282" y="4134744"/>
            <a:ext cx="3154680" cy="1984248"/>
          </a:xfrm>
          <a:prstGeom prst="roundRect">
            <a:avLst>
              <a:gd name="adj" fmla="val 2388"/>
            </a:avLst>
          </a:prstGeom>
          <a:pattFill prst="pct10">
            <a:fgClr>
              <a:schemeClr val="accent1"/>
            </a:fgClr>
            <a:bgClr>
              <a:schemeClr val="bg1"/>
            </a:bgClr>
          </a:pattFill>
          <a:ln w="28575">
            <a:solidFill>
              <a:schemeClr val="accent2"/>
            </a:solidFill>
          </a:ln>
          <a:effectLst>
            <a:outerShdw blurRad="50800" dist="38100" dir="2700000" algn="tl" rotWithShape="0">
              <a:prstClr val="black">
                <a:alpha val="40000"/>
              </a:prstClr>
            </a:outerShdw>
          </a:effectLst>
        </p:spPr>
        <p:txBody>
          <a:bodyPr/>
          <a:lstStyle/>
          <a:p>
            <a:endParaRPr lang="en-US"/>
          </a:p>
        </p:txBody>
      </p:sp>
      <p:sp>
        <p:nvSpPr>
          <p:cNvPr id="8" name="Picture Placeholder 5">
            <a:extLst>
              <a:ext uri="{FF2B5EF4-FFF2-40B4-BE49-F238E27FC236}">
                <a16:creationId xmlns:a16="http://schemas.microsoft.com/office/drawing/2014/main" id="{C62ABFDF-1090-D791-A12F-53AC07A99C67}"/>
              </a:ext>
            </a:extLst>
          </p:cNvPr>
          <p:cNvSpPr>
            <a:spLocks noGrp="1"/>
          </p:cNvSpPr>
          <p:nvPr>
            <p:ph type="pic" sz="quarter" idx="20"/>
          </p:nvPr>
        </p:nvSpPr>
        <p:spPr>
          <a:xfrm>
            <a:off x="8473664" y="4134744"/>
            <a:ext cx="3154680" cy="1984248"/>
          </a:xfrm>
          <a:prstGeom prst="roundRect">
            <a:avLst>
              <a:gd name="adj" fmla="val 2388"/>
            </a:avLst>
          </a:prstGeom>
          <a:pattFill prst="pct10">
            <a:fgClr>
              <a:schemeClr val="accent1"/>
            </a:fgClr>
            <a:bgClr>
              <a:schemeClr val="bg1"/>
            </a:bgClr>
          </a:pattFill>
          <a:ln w="28575">
            <a:solidFill>
              <a:schemeClr val="accent2"/>
            </a:solidFill>
          </a:ln>
          <a:effectLst>
            <a:outerShdw blurRad="50800" dist="38100" dir="2700000" algn="tl" rotWithShape="0">
              <a:prstClr val="black">
                <a:alpha val="40000"/>
              </a:prstClr>
            </a:outerShdw>
          </a:effectLst>
        </p:spPr>
        <p:txBody>
          <a:bodyPr/>
          <a:lstStyle/>
          <a:p>
            <a:endParaRPr lang="en-US"/>
          </a:p>
        </p:txBody>
      </p:sp>
      <p:sp>
        <p:nvSpPr>
          <p:cNvPr id="9" name="Text Placeholder 15">
            <a:extLst>
              <a:ext uri="{FF2B5EF4-FFF2-40B4-BE49-F238E27FC236}">
                <a16:creationId xmlns:a16="http://schemas.microsoft.com/office/drawing/2014/main" id="{F35971BC-C287-0138-8561-76203AF7A954}"/>
              </a:ext>
            </a:extLst>
          </p:cNvPr>
          <p:cNvSpPr>
            <a:spLocks noGrp="1"/>
          </p:cNvSpPr>
          <p:nvPr>
            <p:ph type="body" sz="quarter" idx="21" hasCustomPrompt="1"/>
          </p:nvPr>
        </p:nvSpPr>
        <p:spPr>
          <a:xfrm>
            <a:off x="549088" y="702160"/>
            <a:ext cx="3154680" cy="215444"/>
          </a:xfrm>
        </p:spPr>
        <p:txBody>
          <a:bodyPr>
            <a:spAutoFit/>
          </a:bodyPr>
          <a:lstStyle>
            <a:lvl1pPr>
              <a:buNone/>
              <a:defRPr sz="1400" b="1" i="0">
                <a:solidFill>
                  <a:schemeClr val="accent1"/>
                </a:solidFill>
                <a:latin typeface="Arial" panose="020B0604020202020204" pitchFamily="34" charset="0"/>
                <a:ea typeface="Open Sans SemiBold" pitchFamily="2" charset="0"/>
                <a:cs typeface="Arial" panose="020B0604020202020204" pitchFamily="34" charset="0"/>
              </a:defRPr>
            </a:lvl1pPr>
            <a:lvl2pPr>
              <a:buNone/>
              <a:defRPr/>
            </a:lvl2pPr>
            <a:lvl3pPr>
              <a:buNone/>
              <a:defRPr/>
            </a:lvl3pPr>
            <a:lvl4pPr>
              <a:buNone/>
              <a:defRPr/>
            </a:lvl4pPr>
            <a:lvl5pPr>
              <a:buNone/>
              <a:defRPr/>
            </a:lvl5pPr>
          </a:lstStyle>
          <a:p>
            <a:pPr lvl="0"/>
            <a:r>
              <a:rPr lang="en-US"/>
              <a:t>Product</a:t>
            </a:r>
          </a:p>
        </p:txBody>
      </p:sp>
      <p:sp>
        <p:nvSpPr>
          <p:cNvPr id="10" name="Text Placeholder 15">
            <a:extLst>
              <a:ext uri="{FF2B5EF4-FFF2-40B4-BE49-F238E27FC236}">
                <a16:creationId xmlns:a16="http://schemas.microsoft.com/office/drawing/2014/main" id="{CA02E15B-8FDD-11AD-BE0A-60A702773BE6}"/>
              </a:ext>
            </a:extLst>
          </p:cNvPr>
          <p:cNvSpPr>
            <a:spLocks noGrp="1"/>
          </p:cNvSpPr>
          <p:nvPr>
            <p:ph type="body" sz="quarter" idx="22" hasCustomPrompt="1"/>
          </p:nvPr>
        </p:nvSpPr>
        <p:spPr>
          <a:xfrm>
            <a:off x="549088" y="3757799"/>
            <a:ext cx="3154680" cy="215444"/>
          </a:xfrm>
        </p:spPr>
        <p:txBody>
          <a:bodyPr>
            <a:spAutoFit/>
          </a:bodyPr>
          <a:lstStyle>
            <a:lvl1pPr>
              <a:buNone/>
              <a:defRPr sz="1400" b="1" i="0">
                <a:solidFill>
                  <a:schemeClr val="accent1"/>
                </a:solidFill>
                <a:latin typeface="Arial" panose="020B0604020202020204" pitchFamily="34" charset="0"/>
                <a:ea typeface="Open Sans SemiBold" pitchFamily="2" charset="0"/>
                <a:cs typeface="Arial" panose="020B0604020202020204" pitchFamily="34" charset="0"/>
              </a:defRPr>
            </a:lvl1pPr>
            <a:lvl2pPr>
              <a:buNone/>
              <a:defRPr/>
            </a:lvl2pPr>
            <a:lvl3pPr>
              <a:buNone/>
              <a:defRPr/>
            </a:lvl3pPr>
            <a:lvl4pPr>
              <a:buNone/>
              <a:defRPr/>
            </a:lvl4pPr>
            <a:lvl5pPr>
              <a:buNone/>
              <a:defRPr/>
            </a:lvl5pPr>
          </a:lstStyle>
          <a:p>
            <a:pPr lvl="0"/>
            <a:r>
              <a:rPr lang="en-US"/>
              <a:t>Product</a:t>
            </a:r>
          </a:p>
        </p:txBody>
      </p:sp>
      <p:sp>
        <p:nvSpPr>
          <p:cNvPr id="11" name="Text Placeholder 15">
            <a:extLst>
              <a:ext uri="{FF2B5EF4-FFF2-40B4-BE49-F238E27FC236}">
                <a16:creationId xmlns:a16="http://schemas.microsoft.com/office/drawing/2014/main" id="{1E5C1EFA-1462-DDC7-2997-7A3D02F61795}"/>
              </a:ext>
            </a:extLst>
          </p:cNvPr>
          <p:cNvSpPr>
            <a:spLocks noGrp="1"/>
          </p:cNvSpPr>
          <p:nvPr>
            <p:ph type="body" sz="quarter" idx="23" hasCustomPrompt="1"/>
          </p:nvPr>
        </p:nvSpPr>
        <p:spPr>
          <a:xfrm>
            <a:off x="8487858" y="702160"/>
            <a:ext cx="3154680" cy="215444"/>
          </a:xfrm>
        </p:spPr>
        <p:txBody>
          <a:bodyPr>
            <a:spAutoFit/>
          </a:bodyPr>
          <a:lstStyle>
            <a:lvl1pPr>
              <a:buNone/>
              <a:defRPr sz="1400" b="1" i="0">
                <a:solidFill>
                  <a:schemeClr val="accent1"/>
                </a:solidFill>
                <a:latin typeface="Arial" panose="020B0604020202020204" pitchFamily="34" charset="0"/>
                <a:ea typeface="Open Sans SemiBold" pitchFamily="2" charset="0"/>
                <a:cs typeface="Arial" panose="020B0604020202020204" pitchFamily="34" charset="0"/>
              </a:defRPr>
            </a:lvl1pPr>
            <a:lvl2pPr>
              <a:buNone/>
              <a:defRPr/>
            </a:lvl2pPr>
            <a:lvl3pPr>
              <a:buNone/>
              <a:defRPr/>
            </a:lvl3pPr>
            <a:lvl4pPr>
              <a:buNone/>
              <a:defRPr/>
            </a:lvl4pPr>
            <a:lvl5pPr>
              <a:buNone/>
              <a:defRPr/>
            </a:lvl5pPr>
          </a:lstStyle>
          <a:p>
            <a:pPr lvl="0"/>
            <a:r>
              <a:rPr lang="en-US"/>
              <a:t>Product</a:t>
            </a:r>
          </a:p>
        </p:txBody>
      </p:sp>
      <p:sp>
        <p:nvSpPr>
          <p:cNvPr id="12" name="Text Placeholder 15">
            <a:extLst>
              <a:ext uri="{FF2B5EF4-FFF2-40B4-BE49-F238E27FC236}">
                <a16:creationId xmlns:a16="http://schemas.microsoft.com/office/drawing/2014/main" id="{FFF3230F-5209-07D7-84BA-B54B2AA70349}"/>
              </a:ext>
            </a:extLst>
          </p:cNvPr>
          <p:cNvSpPr>
            <a:spLocks noGrp="1"/>
          </p:cNvSpPr>
          <p:nvPr>
            <p:ph type="body" sz="quarter" idx="24" hasCustomPrompt="1"/>
          </p:nvPr>
        </p:nvSpPr>
        <p:spPr>
          <a:xfrm>
            <a:off x="8473664" y="3757799"/>
            <a:ext cx="3154680" cy="215444"/>
          </a:xfrm>
        </p:spPr>
        <p:txBody>
          <a:bodyPr>
            <a:spAutoFit/>
          </a:bodyPr>
          <a:lstStyle>
            <a:lvl1pPr>
              <a:buNone/>
              <a:defRPr sz="1400" b="1" i="0">
                <a:solidFill>
                  <a:schemeClr val="accent1"/>
                </a:solidFill>
                <a:latin typeface="Arial" panose="020B0604020202020204" pitchFamily="34" charset="0"/>
                <a:ea typeface="Open Sans SemiBold" pitchFamily="2" charset="0"/>
                <a:cs typeface="Arial" panose="020B0604020202020204" pitchFamily="34" charset="0"/>
              </a:defRPr>
            </a:lvl1pPr>
            <a:lvl2pPr>
              <a:buNone/>
              <a:defRPr/>
            </a:lvl2pPr>
            <a:lvl3pPr>
              <a:buNone/>
              <a:defRPr/>
            </a:lvl3pPr>
            <a:lvl4pPr>
              <a:buNone/>
              <a:defRPr/>
            </a:lvl4pPr>
            <a:lvl5pPr>
              <a:buNone/>
              <a:defRPr/>
            </a:lvl5pPr>
          </a:lstStyle>
          <a:p>
            <a:pPr lvl="0"/>
            <a:r>
              <a:rPr lang="en-US"/>
              <a:t>Product</a:t>
            </a:r>
          </a:p>
        </p:txBody>
      </p:sp>
      <p:sp>
        <p:nvSpPr>
          <p:cNvPr id="13" name="Text Placeholder 15">
            <a:extLst>
              <a:ext uri="{FF2B5EF4-FFF2-40B4-BE49-F238E27FC236}">
                <a16:creationId xmlns:a16="http://schemas.microsoft.com/office/drawing/2014/main" id="{B7B1C1DC-2706-4AD3-F2CD-CE1BF842533E}"/>
              </a:ext>
            </a:extLst>
          </p:cNvPr>
          <p:cNvSpPr>
            <a:spLocks noGrp="1"/>
          </p:cNvSpPr>
          <p:nvPr>
            <p:ph type="body" sz="quarter" idx="25" hasCustomPrompt="1"/>
          </p:nvPr>
        </p:nvSpPr>
        <p:spPr>
          <a:xfrm>
            <a:off x="4511282" y="3757799"/>
            <a:ext cx="3154680" cy="215444"/>
          </a:xfrm>
        </p:spPr>
        <p:txBody>
          <a:bodyPr>
            <a:spAutoFit/>
          </a:bodyPr>
          <a:lstStyle>
            <a:lvl1pPr>
              <a:buNone/>
              <a:defRPr sz="1400" b="1" i="0">
                <a:solidFill>
                  <a:schemeClr val="accent1"/>
                </a:solidFill>
                <a:latin typeface="Arial" panose="020B0604020202020204" pitchFamily="34" charset="0"/>
                <a:ea typeface="Open Sans SemiBold" pitchFamily="2" charset="0"/>
                <a:cs typeface="Arial" panose="020B0604020202020204" pitchFamily="34" charset="0"/>
              </a:defRPr>
            </a:lvl1pPr>
            <a:lvl2pPr>
              <a:buNone/>
              <a:defRPr/>
            </a:lvl2pPr>
            <a:lvl3pPr>
              <a:buNone/>
              <a:defRPr/>
            </a:lvl3pPr>
            <a:lvl4pPr>
              <a:buNone/>
              <a:defRPr/>
            </a:lvl4pPr>
            <a:lvl5pPr>
              <a:buNone/>
              <a:defRPr/>
            </a:lvl5pPr>
          </a:lstStyle>
          <a:p>
            <a:pPr lvl="0"/>
            <a:r>
              <a:rPr lang="en-US"/>
              <a:t>Product</a:t>
            </a:r>
          </a:p>
        </p:txBody>
      </p:sp>
    </p:spTree>
    <p:extLst>
      <p:ext uri="{BB962C8B-B14F-4D97-AF65-F5344CB8AC3E}">
        <p14:creationId xmlns:p14="http://schemas.microsoft.com/office/powerpoint/2010/main" val="2591075241"/>
      </p:ext>
    </p:extLst>
  </p:cSld>
  <p:clrMapOvr>
    <a:masterClrMapping/>
  </p:clrMapOvr>
  <p:extLst>
    <p:ext uri="{DCECCB84-F9BA-43D5-87BE-67443E8EF086}">
      <p15:sldGuideLst xmlns:p15="http://schemas.microsoft.com/office/powerpoint/2012/main">
        <p15:guide id="1" orient="horz" pos="117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roduct Overview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768CE-375C-4842-BF55-8BE857CA08F1}"/>
              </a:ext>
            </a:extLst>
          </p:cNvPr>
          <p:cNvSpPr>
            <a:spLocks noGrp="1"/>
          </p:cNvSpPr>
          <p:nvPr>
            <p:ph type="title" hasCustomPrompt="1"/>
          </p:nvPr>
        </p:nvSpPr>
        <p:spPr bwMode="auto">
          <a:xfrm>
            <a:off x="548640" y="457200"/>
            <a:ext cx="11091672" cy="461665"/>
          </a:xfrm>
        </p:spPr>
        <p:txBody>
          <a:bodyPr/>
          <a:lstStyle>
            <a:lvl1pPr>
              <a:defRPr>
                <a:solidFill>
                  <a:schemeClr val="accent1"/>
                </a:solidFill>
              </a:defRPr>
            </a:lvl1pPr>
          </a:lstStyle>
          <a:p>
            <a:r>
              <a:rPr lang="en-US"/>
              <a:t>Click to add title (Arial 30 pt)</a:t>
            </a:r>
          </a:p>
        </p:txBody>
      </p:sp>
      <p:sp>
        <p:nvSpPr>
          <p:cNvPr id="3" name="Picture Placeholder 5">
            <a:extLst>
              <a:ext uri="{FF2B5EF4-FFF2-40B4-BE49-F238E27FC236}">
                <a16:creationId xmlns:a16="http://schemas.microsoft.com/office/drawing/2014/main" id="{FE71AF88-2D2E-693C-8D42-587EBCE65549}"/>
              </a:ext>
            </a:extLst>
          </p:cNvPr>
          <p:cNvSpPr>
            <a:spLocks noGrp="1"/>
          </p:cNvSpPr>
          <p:nvPr>
            <p:ph type="pic" sz="quarter" idx="15"/>
          </p:nvPr>
        </p:nvSpPr>
        <p:spPr>
          <a:xfrm>
            <a:off x="548640" y="3156859"/>
            <a:ext cx="2578608" cy="3122070"/>
          </a:xfrm>
          <a:prstGeom prst="roundRect">
            <a:avLst>
              <a:gd name="adj" fmla="val 2388"/>
            </a:avLst>
          </a:prstGeom>
          <a:pattFill prst="pct10">
            <a:fgClr>
              <a:schemeClr val="accent1"/>
            </a:fgClr>
            <a:bgClr>
              <a:schemeClr val="bg1"/>
            </a:bgClr>
          </a:pattFill>
          <a:ln w="28575">
            <a:solidFill>
              <a:schemeClr val="accent2"/>
            </a:solidFill>
          </a:ln>
          <a:effectLst>
            <a:outerShdw blurRad="50800" dist="38100" dir="2700000" algn="tl" rotWithShape="0">
              <a:prstClr val="black">
                <a:alpha val="40000"/>
              </a:prstClr>
            </a:outerShdw>
          </a:effectLst>
        </p:spPr>
        <p:txBody>
          <a:bodyPr/>
          <a:lstStyle/>
          <a:p>
            <a:endParaRPr lang="en-US"/>
          </a:p>
        </p:txBody>
      </p:sp>
      <p:sp>
        <p:nvSpPr>
          <p:cNvPr id="4" name="Picture Placeholder 5">
            <a:extLst>
              <a:ext uri="{FF2B5EF4-FFF2-40B4-BE49-F238E27FC236}">
                <a16:creationId xmlns:a16="http://schemas.microsoft.com/office/drawing/2014/main" id="{01CF23C1-88FE-B955-AF68-27C7BF6B9CAA}"/>
              </a:ext>
            </a:extLst>
          </p:cNvPr>
          <p:cNvSpPr>
            <a:spLocks noGrp="1"/>
          </p:cNvSpPr>
          <p:nvPr>
            <p:ph type="pic" sz="quarter" idx="18"/>
          </p:nvPr>
        </p:nvSpPr>
        <p:spPr>
          <a:xfrm>
            <a:off x="3386328" y="3156859"/>
            <a:ext cx="2578608" cy="3122070"/>
          </a:xfrm>
          <a:prstGeom prst="roundRect">
            <a:avLst>
              <a:gd name="adj" fmla="val 2388"/>
            </a:avLst>
          </a:prstGeom>
          <a:pattFill prst="pct10">
            <a:fgClr>
              <a:schemeClr val="accent1"/>
            </a:fgClr>
            <a:bgClr>
              <a:schemeClr val="bg1"/>
            </a:bgClr>
          </a:pattFill>
          <a:ln w="28575">
            <a:solidFill>
              <a:schemeClr val="accent2"/>
            </a:solidFill>
          </a:ln>
          <a:effectLst>
            <a:outerShdw blurRad="50800" dist="38100" dir="2700000" algn="tl" rotWithShape="0">
              <a:prstClr val="black">
                <a:alpha val="40000"/>
              </a:prstClr>
            </a:outerShdw>
          </a:effectLst>
        </p:spPr>
        <p:txBody>
          <a:bodyPr/>
          <a:lstStyle/>
          <a:p>
            <a:endParaRPr lang="en-US"/>
          </a:p>
        </p:txBody>
      </p:sp>
      <p:sp>
        <p:nvSpPr>
          <p:cNvPr id="5" name="Picture Placeholder 5">
            <a:extLst>
              <a:ext uri="{FF2B5EF4-FFF2-40B4-BE49-F238E27FC236}">
                <a16:creationId xmlns:a16="http://schemas.microsoft.com/office/drawing/2014/main" id="{48716793-CE21-DD52-94D5-B1503B9E3730}"/>
              </a:ext>
            </a:extLst>
          </p:cNvPr>
          <p:cNvSpPr>
            <a:spLocks noGrp="1"/>
          </p:cNvSpPr>
          <p:nvPr>
            <p:ph type="pic" sz="quarter" idx="19"/>
          </p:nvPr>
        </p:nvSpPr>
        <p:spPr>
          <a:xfrm>
            <a:off x="6224016" y="3156859"/>
            <a:ext cx="2578608" cy="3122070"/>
          </a:xfrm>
          <a:prstGeom prst="roundRect">
            <a:avLst>
              <a:gd name="adj" fmla="val 2388"/>
            </a:avLst>
          </a:prstGeom>
          <a:pattFill prst="pct10">
            <a:fgClr>
              <a:schemeClr val="accent1"/>
            </a:fgClr>
            <a:bgClr>
              <a:schemeClr val="bg1"/>
            </a:bgClr>
          </a:pattFill>
          <a:ln w="28575">
            <a:solidFill>
              <a:schemeClr val="accent2"/>
            </a:solidFill>
          </a:ln>
          <a:effectLst>
            <a:outerShdw blurRad="50800" dist="38100" dir="2700000" algn="tl" rotWithShape="0">
              <a:prstClr val="black">
                <a:alpha val="40000"/>
              </a:prstClr>
            </a:outerShdw>
          </a:effectLst>
        </p:spPr>
        <p:txBody>
          <a:bodyPr/>
          <a:lstStyle/>
          <a:p>
            <a:endParaRPr lang="en-US"/>
          </a:p>
        </p:txBody>
      </p:sp>
      <p:sp>
        <p:nvSpPr>
          <p:cNvPr id="6" name="Picture Placeholder 5">
            <a:extLst>
              <a:ext uri="{FF2B5EF4-FFF2-40B4-BE49-F238E27FC236}">
                <a16:creationId xmlns:a16="http://schemas.microsoft.com/office/drawing/2014/main" id="{C6B65949-1A39-69B4-54C8-3E37571D7C3A}"/>
              </a:ext>
            </a:extLst>
          </p:cNvPr>
          <p:cNvSpPr>
            <a:spLocks noGrp="1"/>
          </p:cNvSpPr>
          <p:nvPr>
            <p:ph type="pic" sz="quarter" idx="20"/>
          </p:nvPr>
        </p:nvSpPr>
        <p:spPr>
          <a:xfrm>
            <a:off x="9061704" y="3156859"/>
            <a:ext cx="2578608" cy="3122070"/>
          </a:xfrm>
          <a:prstGeom prst="roundRect">
            <a:avLst>
              <a:gd name="adj" fmla="val 2388"/>
            </a:avLst>
          </a:prstGeom>
          <a:pattFill prst="pct10">
            <a:fgClr>
              <a:schemeClr val="accent1"/>
            </a:fgClr>
            <a:bgClr>
              <a:schemeClr val="bg1"/>
            </a:bgClr>
          </a:pattFill>
          <a:ln w="28575">
            <a:solidFill>
              <a:schemeClr val="accent2"/>
            </a:solidFill>
          </a:ln>
          <a:effectLst>
            <a:outerShdw blurRad="50800" dist="38100" dir="2700000" algn="tl" rotWithShape="0">
              <a:prstClr val="black">
                <a:alpha val="40000"/>
              </a:prstClr>
            </a:outerShdw>
          </a:effectLst>
        </p:spPr>
        <p:txBody>
          <a:bodyPr/>
          <a:lstStyle/>
          <a:p>
            <a:endParaRPr lang="en-US"/>
          </a:p>
        </p:txBody>
      </p:sp>
      <p:sp>
        <p:nvSpPr>
          <p:cNvPr id="7" name="Text Placeholder 15">
            <a:extLst>
              <a:ext uri="{FF2B5EF4-FFF2-40B4-BE49-F238E27FC236}">
                <a16:creationId xmlns:a16="http://schemas.microsoft.com/office/drawing/2014/main" id="{451BEB93-61CE-A5E5-08EC-FEBC5E31B786}"/>
              </a:ext>
            </a:extLst>
          </p:cNvPr>
          <p:cNvSpPr>
            <a:spLocks noGrp="1"/>
          </p:cNvSpPr>
          <p:nvPr>
            <p:ph type="body" sz="quarter" idx="21" hasCustomPrompt="1"/>
          </p:nvPr>
        </p:nvSpPr>
        <p:spPr>
          <a:xfrm>
            <a:off x="548640" y="2620862"/>
            <a:ext cx="2578608" cy="215444"/>
          </a:xfrm>
        </p:spPr>
        <p:txBody>
          <a:bodyPr>
            <a:spAutoFit/>
          </a:bodyPr>
          <a:lstStyle>
            <a:lvl1pPr>
              <a:buNone/>
              <a:defRPr sz="1400" b="1" i="0">
                <a:solidFill>
                  <a:schemeClr val="accent1"/>
                </a:solidFill>
                <a:latin typeface="Arial" panose="020B0604020202020204" pitchFamily="34" charset="0"/>
                <a:ea typeface="Open Sans SemiBold" pitchFamily="2" charset="0"/>
                <a:cs typeface="Arial" panose="020B0604020202020204" pitchFamily="34" charset="0"/>
              </a:defRPr>
            </a:lvl1pPr>
            <a:lvl2pPr>
              <a:buNone/>
              <a:defRPr/>
            </a:lvl2pPr>
            <a:lvl3pPr>
              <a:buNone/>
              <a:defRPr/>
            </a:lvl3pPr>
            <a:lvl4pPr>
              <a:buNone/>
              <a:defRPr/>
            </a:lvl4pPr>
            <a:lvl5pPr>
              <a:buNone/>
              <a:defRPr/>
            </a:lvl5pPr>
          </a:lstStyle>
          <a:p>
            <a:pPr lvl="0"/>
            <a:r>
              <a:rPr lang="en-US"/>
              <a:t>Product</a:t>
            </a:r>
          </a:p>
        </p:txBody>
      </p:sp>
      <p:sp>
        <p:nvSpPr>
          <p:cNvPr id="8" name="Text Placeholder 15">
            <a:extLst>
              <a:ext uri="{FF2B5EF4-FFF2-40B4-BE49-F238E27FC236}">
                <a16:creationId xmlns:a16="http://schemas.microsoft.com/office/drawing/2014/main" id="{A6EC5151-D8C4-7F66-6085-B58617C6DD6D}"/>
              </a:ext>
            </a:extLst>
          </p:cNvPr>
          <p:cNvSpPr>
            <a:spLocks noGrp="1"/>
          </p:cNvSpPr>
          <p:nvPr>
            <p:ph type="body" sz="quarter" idx="22" hasCustomPrompt="1"/>
          </p:nvPr>
        </p:nvSpPr>
        <p:spPr>
          <a:xfrm>
            <a:off x="3386328" y="2620862"/>
            <a:ext cx="2578608" cy="215444"/>
          </a:xfrm>
        </p:spPr>
        <p:txBody>
          <a:bodyPr>
            <a:spAutoFit/>
          </a:bodyPr>
          <a:lstStyle>
            <a:lvl1pPr>
              <a:buNone/>
              <a:defRPr sz="1400" b="1" i="0">
                <a:solidFill>
                  <a:schemeClr val="accent1"/>
                </a:solidFill>
                <a:latin typeface="Arial" panose="020B0604020202020204" pitchFamily="34" charset="0"/>
                <a:ea typeface="Open Sans SemiBold" pitchFamily="2" charset="0"/>
                <a:cs typeface="Arial" panose="020B0604020202020204" pitchFamily="34" charset="0"/>
              </a:defRPr>
            </a:lvl1pPr>
            <a:lvl2pPr>
              <a:buNone/>
              <a:defRPr/>
            </a:lvl2pPr>
            <a:lvl3pPr>
              <a:buNone/>
              <a:defRPr/>
            </a:lvl3pPr>
            <a:lvl4pPr>
              <a:buNone/>
              <a:defRPr/>
            </a:lvl4pPr>
            <a:lvl5pPr>
              <a:buNone/>
              <a:defRPr/>
            </a:lvl5pPr>
          </a:lstStyle>
          <a:p>
            <a:pPr lvl="0"/>
            <a:r>
              <a:rPr lang="en-US"/>
              <a:t>Product</a:t>
            </a:r>
          </a:p>
        </p:txBody>
      </p:sp>
      <p:sp>
        <p:nvSpPr>
          <p:cNvPr id="9" name="Text Placeholder 15">
            <a:extLst>
              <a:ext uri="{FF2B5EF4-FFF2-40B4-BE49-F238E27FC236}">
                <a16:creationId xmlns:a16="http://schemas.microsoft.com/office/drawing/2014/main" id="{4C1FFF58-B82E-ABB7-5256-6B887F4C3CB2}"/>
              </a:ext>
            </a:extLst>
          </p:cNvPr>
          <p:cNvSpPr>
            <a:spLocks noGrp="1"/>
          </p:cNvSpPr>
          <p:nvPr>
            <p:ph type="body" sz="quarter" idx="24" hasCustomPrompt="1"/>
          </p:nvPr>
        </p:nvSpPr>
        <p:spPr>
          <a:xfrm>
            <a:off x="9061704" y="2620862"/>
            <a:ext cx="2578608" cy="215444"/>
          </a:xfrm>
        </p:spPr>
        <p:txBody>
          <a:bodyPr>
            <a:spAutoFit/>
          </a:bodyPr>
          <a:lstStyle>
            <a:lvl1pPr>
              <a:buNone/>
              <a:defRPr sz="1400" b="1" i="0">
                <a:solidFill>
                  <a:schemeClr val="accent1"/>
                </a:solidFill>
                <a:latin typeface="Arial" panose="020B0604020202020204" pitchFamily="34" charset="0"/>
                <a:ea typeface="Open Sans SemiBold" pitchFamily="2" charset="0"/>
                <a:cs typeface="Arial" panose="020B0604020202020204" pitchFamily="34" charset="0"/>
              </a:defRPr>
            </a:lvl1pPr>
            <a:lvl2pPr>
              <a:buNone/>
              <a:defRPr/>
            </a:lvl2pPr>
            <a:lvl3pPr>
              <a:buNone/>
              <a:defRPr/>
            </a:lvl3pPr>
            <a:lvl4pPr>
              <a:buNone/>
              <a:defRPr/>
            </a:lvl4pPr>
            <a:lvl5pPr>
              <a:buNone/>
              <a:defRPr/>
            </a:lvl5pPr>
          </a:lstStyle>
          <a:p>
            <a:pPr lvl="0"/>
            <a:r>
              <a:rPr lang="en-US"/>
              <a:t>Product</a:t>
            </a:r>
          </a:p>
        </p:txBody>
      </p:sp>
      <p:sp>
        <p:nvSpPr>
          <p:cNvPr id="10" name="Text Placeholder 15">
            <a:extLst>
              <a:ext uri="{FF2B5EF4-FFF2-40B4-BE49-F238E27FC236}">
                <a16:creationId xmlns:a16="http://schemas.microsoft.com/office/drawing/2014/main" id="{C2902C42-6F2A-B323-BB0D-43702E0803A5}"/>
              </a:ext>
            </a:extLst>
          </p:cNvPr>
          <p:cNvSpPr>
            <a:spLocks noGrp="1"/>
          </p:cNvSpPr>
          <p:nvPr>
            <p:ph type="body" sz="quarter" idx="25" hasCustomPrompt="1"/>
          </p:nvPr>
        </p:nvSpPr>
        <p:spPr>
          <a:xfrm>
            <a:off x="6224016" y="2620862"/>
            <a:ext cx="2578608" cy="215444"/>
          </a:xfrm>
        </p:spPr>
        <p:txBody>
          <a:bodyPr>
            <a:spAutoFit/>
          </a:bodyPr>
          <a:lstStyle>
            <a:lvl1pPr>
              <a:buNone/>
              <a:defRPr sz="1400" b="1" i="0">
                <a:solidFill>
                  <a:schemeClr val="accent1"/>
                </a:solidFill>
                <a:latin typeface="Arial" panose="020B0604020202020204" pitchFamily="34" charset="0"/>
                <a:ea typeface="Open Sans SemiBold" pitchFamily="2" charset="0"/>
                <a:cs typeface="Arial" panose="020B0604020202020204" pitchFamily="34" charset="0"/>
              </a:defRPr>
            </a:lvl1pPr>
            <a:lvl2pPr>
              <a:buNone/>
              <a:defRPr/>
            </a:lvl2pPr>
            <a:lvl3pPr>
              <a:buNone/>
              <a:defRPr/>
            </a:lvl3pPr>
            <a:lvl4pPr>
              <a:buNone/>
              <a:defRPr/>
            </a:lvl4pPr>
            <a:lvl5pPr>
              <a:buNone/>
              <a:defRPr/>
            </a:lvl5pPr>
          </a:lstStyle>
          <a:p>
            <a:pPr lvl="0"/>
            <a:r>
              <a:rPr lang="en-US"/>
              <a:t>Product</a:t>
            </a:r>
          </a:p>
        </p:txBody>
      </p:sp>
    </p:spTree>
    <p:extLst>
      <p:ext uri="{BB962C8B-B14F-4D97-AF65-F5344CB8AC3E}">
        <p14:creationId xmlns:p14="http://schemas.microsoft.com/office/powerpoint/2010/main" val="2440005919"/>
      </p:ext>
    </p:extLst>
  </p:cSld>
  <p:clrMapOvr>
    <a:masterClrMapping/>
  </p:clrMapOvr>
  <p:extLst>
    <p:ext uri="{DCECCB84-F9BA-43D5-87BE-67443E8EF086}">
      <p15:sldGuideLst xmlns:p15="http://schemas.microsoft.com/office/powerpoint/2012/main">
        <p15:guide id="1" orient="horz" pos="117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A7595-64E1-4411-937E-5150DCE0A912}"/>
              </a:ext>
            </a:extLst>
          </p:cNvPr>
          <p:cNvSpPr>
            <a:spLocks noGrp="1"/>
          </p:cNvSpPr>
          <p:nvPr>
            <p:ph type="title" hasCustomPrompt="1"/>
          </p:nvPr>
        </p:nvSpPr>
        <p:spPr bwMode="auto">
          <a:xfrm>
            <a:off x="548640" y="457200"/>
            <a:ext cx="11091672" cy="461665"/>
          </a:xfrm>
        </p:spPr>
        <p:txBody>
          <a:bodyPr/>
          <a:lstStyle>
            <a:lvl1pPr>
              <a:defRPr/>
            </a:lvl1pPr>
          </a:lstStyle>
          <a:p>
            <a:r>
              <a:rPr lang="en-US"/>
              <a:t>Click to add title (Arial 30 pt)</a:t>
            </a:r>
          </a:p>
        </p:txBody>
      </p:sp>
      <p:sp>
        <p:nvSpPr>
          <p:cNvPr id="4" name="Text Placeholder 3">
            <a:extLst>
              <a:ext uri="{FF2B5EF4-FFF2-40B4-BE49-F238E27FC236}">
                <a16:creationId xmlns:a16="http://schemas.microsoft.com/office/drawing/2014/main" id="{15F1CE3D-CEFE-47C0-AD66-2A33573E615D}"/>
              </a:ext>
            </a:extLst>
          </p:cNvPr>
          <p:cNvSpPr>
            <a:spLocks noGrp="1"/>
          </p:cNvSpPr>
          <p:nvPr>
            <p:ph type="body" sz="quarter" idx="10" hasCustomPrompt="1"/>
          </p:nvPr>
        </p:nvSpPr>
        <p:spPr bwMode="auto">
          <a:xfrm>
            <a:off x="548640" y="1856232"/>
            <a:ext cx="5266944" cy="658368"/>
          </a:xfrm>
          <a:noFill/>
          <a:effectLst/>
        </p:spPr>
        <p:txBody>
          <a:bodyPr bIns="64008" anchor="b"/>
          <a:lstStyle>
            <a:lvl1pPr>
              <a:spcBef>
                <a:spcPts val="0"/>
              </a:spcBef>
              <a:defRPr sz="2000" b="1">
                <a:solidFill>
                  <a:schemeClr val="accent2"/>
                </a:solidFill>
              </a:defRPr>
            </a:lvl1pPr>
          </a:lstStyle>
          <a:p>
            <a:pPr lvl="0"/>
            <a:r>
              <a:rPr lang="en-US"/>
              <a:t>Click to add text</a:t>
            </a:r>
            <a:br>
              <a:rPr lang="en-US"/>
            </a:br>
            <a:r>
              <a:rPr lang="en-US"/>
              <a:t>(Arial 20 pt)</a:t>
            </a:r>
          </a:p>
        </p:txBody>
      </p:sp>
      <p:sp>
        <p:nvSpPr>
          <p:cNvPr id="6" name="Content Placeholder 5">
            <a:extLst>
              <a:ext uri="{FF2B5EF4-FFF2-40B4-BE49-F238E27FC236}">
                <a16:creationId xmlns:a16="http://schemas.microsoft.com/office/drawing/2014/main" id="{59F0E40A-5876-4F21-B613-4F94029B876A}"/>
              </a:ext>
            </a:extLst>
          </p:cNvPr>
          <p:cNvSpPr>
            <a:spLocks noGrp="1"/>
          </p:cNvSpPr>
          <p:nvPr>
            <p:ph sz="quarter" idx="11" hasCustomPrompt="1"/>
          </p:nvPr>
        </p:nvSpPr>
        <p:spPr bwMode="auto">
          <a:xfrm>
            <a:off x="548640" y="2679192"/>
            <a:ext cx="5266944" cy="3630168"/>
          </a:xfrm>
        </p:spPr>
        <p:txBody>
          <a:bodyPr/>
          <a:lstStyle>
            <a:lvl1pPr>
              <a:spcBef>
                <a:spcPts val="1500"/>
              </a:spcBef>
              <a:defRPr sz="1800">
                <a:solidFill>
                  <a:schemeClr val="accent1"/>
                </a:solidFill>
              </a:defRPr>
            </a:lvl1pPr>
            <a:lvl2pPr marL="228600" indent="-228600">
              <a:spcBef>
                <a:spcPts val="600"/>
              </a:spcBef>
              <a:buClrTx/>
              <a:defRPr sz="1800">
                <a:solidFill>
                  <a:schemeClr val="accent1"/>
                </a:solidFill>
              </a:defRPr>
            </a:lvl2pPr>
            <a:lvl3pPr marL="457200" indent="-228600">
              <a:spcBef>
                <a:spcPts val="600"/>
              </a:spcBef>
              <a:buClrTx/>
              <a:defRPr sz="1800">
                <a:solidFill>
                  <a:schemeClr val="accent1"/>
                </a:solidFill>
              </a:defRPr>
            </a:lvl3pPr>
          </a:lstStyle>
          <a:p>
            <a:pPr lvl="0"/>
            <a:r>
              <a:rPr lang="en-US"/>
              <a:t>Click to add text (Arial 18 pt)</a:t>
            </a:r>
          </a:p>
          <a:p>
            <a:pPr lvl="1"/>
            <a:r>
              <a:rPr lang="en-US"/>
              <a:t>Second level</a:t>
            </a:r>
          </a:p>
          <a:p>
            <a:pPr lvl="2"/>
            <a:r>
              <a:rPr lang="en-US"/>
              <a:t>Third level</a:t>
            </a:r>
          </a:p>
        </p:txBody>
      </p:sp>
      <p:sp>
        <p:nvSpPr>
          <p:cNvPr id="8" name="Text Placeholder 7">
            <a:extLst>
              <a:ext uri="{FF2B5EF4-FFF2-40B4-BE49-F238E27FC236}">
                <a16:creationId xmlns:a16="http://schemas.microsoft.com/office/drawing/2014/main" id="{25B55B9A-ADF7-4311-A66D-E44237B8C997}"/>
              </a:ext>
            </a:extLst>
          </p:cNvPr>
          <p:cNvSpPr>
            <a:spLocks noGrp="1"/>
          </p:cNvSpPr>
          <p:nvPr>
            <p:ph type="body" sz="quarter" idx="12" hasCustomPrompt="1"/>
          </p:nvPr>
        </p:nvSpPr>
        <p:spPr bwMode="auto">
          <a:xfrm>
            <a:off x="6373368" y="1856232"/>
            <a:ext cx="5266944" cy="658368"/>
          </a:xfrm>
          <a:noFill/>
          <a:effectLst/>
        </p:spPr>
        <p:txBody>
          <a:bodyPr bIns="64008" anchor="b"/>
          <a:lstStyle>
            <a:lvl1pPr>
              <a:spcBef>
                <a:spcPts val="0"/>
              </a:spcBef>
              <a:defRPr sz="2000" b="1">
                <a:solidFill>
                  <a:schemeClr val="accent2"/>
                </a:solidFill>
              </a:defRPr>
            </a:lvl1pPr>
          </a:lstStyle>
          <a:p>
            <a:pPr lvl="0"/>
            <a:r>
              <a:rPr lang="en-US"/>
              <a:t>Click to add text</a:t>
            </a:r>
            <a:br>
              <a:rPr lang="en-US"/>
            </a:br>
            <a:r>
              <a:rPr lang="en-US"/>
              <a:t>(Arial 20 pt)</a:t>
            </a:r>
          </a:p>
        </p:txBody>
      </p:sp>
      <p:sp>
        <p:nvSpPr>
          <p:cNvPr id="10" name="Content Placeholder 9">
            <a:extLst>
              <a:ext uri="{FF2B5EF4-FFF2-40B4-BE49-F238E27FC236}">
                <a16:creationId xmlns:a16="http://schemas.microsoft.com/office/drawing/2014/main" id="{85F5CF3D-A561-43C6-AED0-4C8952C5F23E}"/>
              </a:ext>
            </a:extLst>
          </p:cNvPr>
          <p:cNvSpPr>
            <a:spLocks noGrp="1"/>
          </p:cNvSpPr>
          <p:nvPr>
            <p:ph sz="quarter" idx="13" hasCustomPrompt="1"/>
          </p:nvPr>
        </p:nvSpPr>
        <p:spPr bwMode="auto">
          <a:xfrm>
            <a:off x="6373368" y="2679192"/>
            <a:ext cx="5266944" cy="3630168"/>
          </a:xfrm>
        </p:spPr>
        <p:txBody>
          <a:bodyPr/>
          <a:lstStyle>
            <a:lvl1pPr>
              <a:spcBef>
                <a:spcPts val="1500"/>
              </a:spcBef>
              <a:defRPr sz="1800">
                <a:solidFill>
                  <a:schemeClr val="accent1"/>
                </a:solidFill>
              </a:defRPr>
            </a:lvl1pPr>
            <a:lvl2pPr marL="228600" indent="-228600">
              <a:spcBef>
                <a:spcPts val="600"/>
              </a:spcBef>
              <a:buClrTx/>
              <a:defRPr sz="1800">
                <a:solidFill>
                  <a:schemeClr val="accent1"/>
                </a:solidFill>
              </a:defRPr>
            </a:lvl2pPr>
            <a:lvl3pPr marL="457200" indent="-228600">
              <a:spcBef>
                <a:spcPts val="600"/>
              </a:spcBef>
              <a:buClrTx/>
              <a:defRPr sz="1800">
                <a:solidFill>
                  <a:schemeClr val="accent1"/>
                </a:solidFill>
              </a:defRPr>
            </a:lvl3pPr>
          </a:lstStyle>
          <a:p>
            <a:pPr lvl="0"/>
            <a:r>
              <a:rPr lang="en-US"/>
              <a:t>Click to add text (Arial 18 pt)</a:t>
            </a:r>
          </a:p>
          <a:p>
            <a:pPr lvl="1"/>
            <a:r>
              <a:rPr lang="en-US"/>
              <a:t>Second level</a:t>
            </a:r>
          </a:p>
          <a:p>
            <a:pPr lvl="2"/>
            <a:r>
              <a:rPr lang="en-US"/>
              <a:t>Third level</a:t>
            </a:r>
          </a:p>
        </p:txBody>
      </p:sp>
    </p:spTree>
    <p:extLst>
      <p:ext uri="{BB962C8B-B14F-4D97-AF65-F5344CB8AC3E}">
        <p14:creationId xmlns:p14="http://schemas.microsoft.com/office/powerpoint/2010/main" val="3728207928"/>
      </p:ext>
    </p:extLst>
  </p:cSld>
  <p:clrMapOvr>
    <a:masterClrMapping/>
  </p:clrMapOvr>
  <p:extLst>
    <p:ext uri="{DCECCB84-F9BA-43D5-87BE-67443E8EF086}">
      <p15:sldGuideLst xmlns:p15="http://schemas.microsoft.com/office/powerpoint/2012/main">
        <p15:guide id="1" orient="horz" pos="117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5F1CE3D-CEFE-47C0-AD66-2A33573E615D}"/>
              </a:ext>
            </a:extLst>
          </p:cNvPr>
          <p:cNvSpPr>
            <a:spLocks noGrp="1"/>
          </p:cNvSpPr>
          <p:nvPr>
            <p:ph type="body" sz="quarter" idx="10" hasCustomPrompt="1"/>
          </p:nvPr>
        </p:nvSpPr>
        <p:spPr bwMode="auto">
          <a:xfrm>
            <a:off x="548640" y="1856232"/>
            <a:ext cx="3328416" cy="658368"/>
          </a:xfrm>
          <a:noFill/>
          <a:effectLst/>
        </p:spPr>
        <p:txBody>
          <a:bodyPr bIns="64008" anchor="b"/>
          <a:lstStyle>
            <a:lvl1pPr>
              <a:spcBef>
                <a:spcPts val="0"/>
              </a:spcBef>
              <a:defRPr sz="2000" b="1">
                <a:solidFill>
                  <a:schemeClr val="accent2"/>
                </a:solidFill>
              </a:defRPr>
            </a:lvl1pPr>
          </a:lstStyle>
          <a:p>
            <a:pPr lvl="0"/>
            <a:r>
              <a:rPr lang="en-US"/>
              <a:t>Click to add text</a:t>
            </a:r>
            <a:br>
              <a:rPr lang="en-US"/>
            </a:br>
            <a:r>
              <a:rPr lang="en-US"/>
              <a:t>(Arial 20 pt)</a:t>
            </a:r>
          </a:p>
        </p:txBody>
      </p:sp>
      <p:sp>
        <p:nvSpPr>
          <p:cNvPr id="6" name="Content Placeholder 5">
            <a:extLst>
              <a:ext uri="{FF2B5EF4-FFF2-40B4-BE49-F238E27FC236}">
                <a16:creationId xmlns:a16="http://schemas.microsoft.com/office/drawing/2014/main" id="{59F0E40A-5876-4F21-B613-4F94029B876A}"/>
              </a:ext>
            </a:extLst>
          </p:cNvPr>
          <p:cNvSpPr>
            <a:spLocks noGrp="1"/>
          </p:cNvSpPr>
          <p:nvPr>
            <p:ph sz="quarter" idx="11" hasCustomPrompt="1"/>
          </p:nvPr>
        </p:nvSpPr>
        <p:spPr bwMode="auto">
          <a:xfrm>
            <a:off x="548640" y="2679192"/>
            <a:ext cx="3328416" cy="3630168"/>
          </a:xfrm>
        </p:spPr>
        <p:txBody>
          <a:bodyPr/>
          <a:lstStyle>
            <a:lvl1pPr>
              <a:spcBef>
                <a:spcPts val="1500"/>
              </a:spcBef>
              <a:defRPr sz="1800">
                <a:solidFill>
                  <a:schemeClr val="accent1"/>
                </a:solidFill>
              </a:defRPr>
            </a:lvl1pPr>
            <a:lvl2pPr marL="228600" indent="-228600">
              <a:spcBef>
                <a:spcPts val="600"/>
              </a:spcBef>
              <a:defRPr sz="1800">
                <a:solidFill>
                  <a:schemeClr val="accent1"/>
                </a:solidFill>
              </a:defRPr>
            </a:lvl2pPr>
            <a:lvl3pPr marL="457200" indent="-228600">
              <a:spcBef>
                <a:spcPts val="600"/>
              </a:spcBef>
              <a:defRPr sz="1800">
                <a:solidFill>
                  <a:schemeClr val="accent1"/>
                </a:solidFill>
              </a:defRPr>
            </a:lvl3pPr>
          </a:lstStyle>
          <a:p>
            <a:pPr lvl="0"/>
            <a:r>
              <a:rPr lang="en-US"/>
              <a:t>Click to add text (Arial 18 pt)</a:t>
            </a:r>
          </a:p>
          <a:p>
            <a:pPr lvl="1"/>
            <a:r>
              <a:rPr lang="en-US"/>
              <a:t>Second level</a:t>
            </a:r>
          </a:p>
          <a:p>
            <a:pPr lvl="2"/>
            <a:r>
              <a:rPr lang="en-US"/>
              <a:t>Third level</a:t>
            </a:r>
          </a:p>
        </p:txBody>
      </p:sp>
      <p:sp>
        <p:nvSpPr>
          <p:cNvPr id="8" name="Text Placeholder 7">
            <a:extLst>
              <a:ext uri="{FF2B5EF4-FFF2-40B4-BE49-F238E27FC236}">
                <a16:creationId xmlns:a16="http://schemas.microsoft.com/office/drawing/2014/main" id="{25B55B9A-ADF7-4311-A66D-E44237B8C997}"/>
              </a:ext>
            </a:extLst>
          </p:cNvPr>
          <p:cNvSpPr>
            <a:spLocks noGrp="1"/>
          </p:cNvSpPr>
          <p:nvPr>
            <p:ph type="body" sz="quarter" idx="12" hasCustomPrompt="1"/>
          </p:nvPr>
        </p:nvSpPr>
        <p:spPr bwMode="auto">
          <a:xfrm>
            <a:off x="4430268" y="1856232"/>
            <a:ext cx="3328416" cy="658368"/>
          </a:xfrm>
          <a:noFill/>
          <a:effectLst/>
        </p:spPr>
        <p:txBody>
          <a:bodyPr bIns="64008" anchor="b"/>
          <a:lstStyle>
            <a:lvl1pPr>
              <a:spcBef>
                <a:spcPts val="0"/>
              </a:spcBef>
              <a:defRPr sz="2000" b="1">
                <a:solidFill>
                  <a:schemeClr val="accent2"/>
                </a:solidFill>
              </a:defRPr>
            </a:lvl1pPr>
          </a:lstStyle>
          <a:p>
            <a:pPr lvl="0"/>
            <a:r>
              <a:rPr lang="en-US"/>
              <a:t>Click to add text</a:t>
            </a:r>
            <a:br>
              <a:rPr lang="en-US"/>
            </a:br>
            <a:r>
              <a:rPr lang="en-US"/>
              <a:t>(Arial 20 pt)</a:t>
            </a:r>
          </a:p>
        </p:txBody>
      </p:sp>
      <p:sp>
        <p:nvSpPr>
          <p:cNvPr id="10" name="Content Placeholder 9">
            <a:extLst>
              <a:ext uri="{FF2B5EF4-FFF2-40B4-BE49-F238E27FC236}">
                <a16:creationId xmlns:a16="http://schemas.microsoft.com/office/drawing/2014/main" id="{85F5CF3D-A561-43C6-AED0-4C8952C5F23E}"/>
              </a:ext>
            </a:extLst>
          </p:cNvPr>
          <p:cNvSpPr>
            <a:spLocks noGrp="1"/>
          </p:cNvSpPr>
          <p:nvPr>
            <p:ph sz="quarter" idx="13" hasCustomPrompt="1"/>
          </p:nvPr>
        </p:nvSpPr>
        <p:spPr bwMode="auto">
          <a:xfrm>
            <a:off x="4430268" y="2679192"/>
            <a:ext cx="3328416" cy="3630168"/>
          </a:xfrm>
        </p:spPr>
        <p:txBody>
          <a:bodyPr/>
          <a:lstStyle>
            <a:lvl1pPr>
              <a:spcBef>
                <a:spcPts val="1500"/>
              </a:spcBef>
              <a:defRPr sz="1800">
                <a:solidFill>
                  <a:schemeClr val="accent1"/>
                </a:solidFill>
              </a:defRPr>
            </a:lvl1pPr>
            <a:lvl2pPr marL="228600" indent="-228600">
              <a:spcBef>
                <a:spcPts val="600"/>
              </a:spcBef>
              <a:defRPr sz="1800">
                <a:solidFill>
                  <a:schemeClr val="accent1"/>
                </a:solidFill>
              </a:defRPr>
            </a:lvl2pPr>
            <a:lvl3pPr marL="457200" indent="-228600">
              <a:spcBef>
                <a:spcPts val="600"/>
              </a:spcBef>
              <a:defRPr sz="1800">
                <a:solidFill>
                  <a:schemeClr val="accent1"/>
                </a:solidFill>
              </a:defRPr>
            </a:lvl3pPr>
          </a:lstStyle>
          <a:p>
            <a:pPr lvl="0"/>
            <a:r>
              <a:rPr lang="en-US"/>
              <a:t>Click to add text (Arial 18 pt)</a:t>
            </a:r>
          </a:p>
          <a:p>
            <a:pPr lvl="1"/>
            <a:r>
              <a:rPr lang="en-US"/>
              <a:t>Second level</a:t>
            </a:r>
          </a:p>
          <a:p>
            <a:pPr lvl="2"/>
            <a:r>
              <a:rPr lang="en-US"/>
              <a:t>Third level</a:t>
            </a:r>
          </a:p>
        </p:txBody>
      </p:sp>
      <p:sp>
        <p:nvSpPr>
          <p:cNvPr id="2" name="Title 1">
            <a:extLst>
              <a:ext uri="{FF2B5EF4-FFF2-40B4-BE49-F238E27FC236}">
                <a16:creationId xmlns:a16="http://schemas.microsoft.com/office/drawing/2014/main" id="{6B5A7595-64E1-4411-937E-5150DCE0A912}"/>
              </a:ext>
            </a:extLst>
          </p:cNvPr>
          <p:cNvSpPr>
            <a:spLocks noGrp="1"/>
          </p:cNvSpPr>
          <p:nvPr>
            <p:ph type="title" hasCustomPrompt="1"/>
          </p:nvPr>
        </p:nvSpPr>
        <p:spPr bwMode="auto">
          <a:xfrm>
            <a:off x="548640" y="457200"/>
            <a:ext cx="11091672" cy="461665"/>
          </a:xfrm>
        </p:spPr>
        <p:txBody>
          <a:bodyPr/>
          <a:lstStyle>
            <a:lvl1pPr>
              <a:defRPr>
                <a:solidFill>
                  <a:schemeClr val="accent1"/>
                </a:solidFill>
              </a:defRPr>
            </a:lvl1pPr>
          </a:lstStyle>
          <a:p>
            <a:r>
              <a:rPr lang="en-US"/>
              <a:t>Click to add title (Arial 30 pt)</a:t>
            </a:r>
          </a:p>
        </p:txBody>
      </p:sp>
      <p:sp>
        <p:nvSpPr>
          <p:cNvPr id="12" name="Text Placeholder 11">
            <a:extLst>
              <a:ext uri="{FF2B5EF4-FFF2-40B4-BE49-F238E27FC236}">
                <a16:creationId xmlns:a16="http://schemas.microsoft.com/office/drawing/2014/main" id="{6FE7BBE6-6473-4F15-B17D-4DC8CF07A74C}"/>
              </a:ext>
            </a:extLst>
          </p:cNvPr>
          <p:cNvSpPr>
            <a:spLocks noGrp="1"/>
          </p:cNvSpPr>
          <p:nvPr>
            <p:ph type="body" sz="quarter" idx="14" hasCustomPrompt="1"/>
          </p:nvPr>
        </p:nvSpPr>
        <p:spPr bwMode="auto">
          <a:xfrm>
            <a:off x="8311896" y="1856232"/>
            <a:ext cx="3328416" cy="658368"/>
          </a:xfrm>
          <a:noFill/>
          <a:effectLst/>
        </p:spPr>
        <p:txBody>
          <a:bodyPr bIns="64008" anchor="b"/>
          <a:lstStyle>
            <a:lvl1pPr>
              <a:spcBef>
                <a:spcPts val="0"/>
              </a:spcBef>
              <a:defRPr sz="2000" b="1">
                <a:solidFill>
                  <a:schemeClr val="accent2"/>
                </a:solidFill>
              </a:defRPr>
            </a:lvl1pPr>
          </a:lstStyle>
          <a:p>
            <a:pPr lvl="0"/>
            <a:r>
              <a:rPr lang="en-US"/>
              <a:t>Click to add text</a:t>
            </a:r>
            <a:br>
              <a:rPr lang="en-US"/>
            </a:br>
            <a:r>
              <a:rPr lang="en-US"/>
              <a:t>(Arial 20 pt)</a:t>
            </a:r>
          </a:p>
        </p:txBody>
      </p:sp>
      <p:sp>
        <p:nvSpPr>
          <p:cNvPr id="14" name="Content Placeholder 13">
            <a:extLst>
              <a:ext uri="{FF2B5EF4-FFF2-40B4-BE49-F238E27FC236}">
                <a16:creationId xmlns:a16="http://schemas.microsoft.com/office/drawing/2014/main" id="{A036991A-2914-4ED0-8DDD-212CC13C8AB1}"/>
              </a:ext>
            </a:extLst>
          </p:cNvPr>
          <p:cNvSpPr>
            <a:spLocks noGrp="1"/>
          </p:cNvSpPr>
          <p:nvPr>
            <p:ph sz="quarter" idx="15" hasCustomPrompt="1"/>
          </p:nvPr>
        </p:nvSpPr>
        <p:spPr bwMode="auto">
          <a:xfrm>
            <a:off x="8311896" y="2679192"/>
            <a:ext cx="3328416" cy="3630168"/>
          </a:xfrm>
        </p:spPr>
        <p:txBody>
          <a:bodyPr/>
          <a:lstStyle>
            <a:lvl1pPr>
              <a:spcBef>
                <a:spcPts val="1500"/>
              </a:spcBef>
              <a:defRPr sz="1800">
                <a:solidFill>
                  <a:schemeClr val="accent1"/>
                </a:solidFill>
              </a:defRPr>
            </a:lvl1pPr>
            <a:lvl2pPr marL="228600" indent="-228600">
              <a:spcBef>
                <a:spcPts val="600"/>
              </a:spcBef>
              <a:defRPr sz="1800">
                <a:solidFill>
                  <a:schemeClr val="accent1"/>
                </a:solidFill>
              </a:defRPr>
            </a:lvl2pPr>
            <a:lvl3pPr marL="457200" indent="-228600">
              <a:spcBef>
                <a:spcPts val="600"/>
              </a:spcBef>
              <a:defRPr sz="1800">
                <a:solidFill>
                  <a:schemeClr val="accent1"/>
                </a:solidFill>
              </a:defRPr>
            </a:lvl3pPr>
          </a:lstStyle>
          <a:p>
            <a:pPr lvl="0"/>
            <a:r>
              <a:rPr lang="en-US"/>
              <a:t>Click to add text (Arial 18 pt)</a:t>
            </a:r>
          </a:p>
          <a:p>
            <a:pPr lvl="1"/>
            <a:r>
              <a:rPr lang="en-US"/>
              <a:t>Second level</a:t>
            </a:r>
          </a:p>
          <a:p>
            <a:pPr lvl="2"/>
            <a:r>
              <a:rPr lang="en-US"/>
              <a:t>Third level</a:t>
            </a:r>
          </a:p>
        </p:txBody>
      </p:sp>
    </p:spTree>
    <p:extLst>
      <p:ext uri="{BB962C8B-B14F-4D97-AF65-F5344CB8AC3E}">
        <p14:creationId xmlns:p14="http://schemas.microsoft.com/office/powerpoint/2010/main" val="17267939"/>
      </p:ext>
    </p:extLst>
  </p:cSld>
  <p:clrMapOvr>
    <a:masterClrMapping/>
  </p:clrMapOvr>
  <p:extLst>
    <p:ext uri="{DCECCB84-F9BA-43D5-87BE-67443E8EF086}">
      <p15:sldGuideLst xmlns:p15="http://schemas.microsoft.com/office/powerpoint/2012/main">
        <p15:guide id="1" orient="horz" pos="117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A7595-64E1-4411-937E-5150DCE0A912}"/>
              </a:ext>
            </a:extLst>
          </p:cNvPr>
          <p:cNvSpPr>
            <a:spLocks noGrp="1"/>
          </p:cNvSpPr>
          <p:nvPr>
            <p:ph type="title" hasCustomPrompt="1"/>
          </p:nvPr>
        </p:nvSpPr>
        <p:spPr bwMode="auto">
          <a:xfrm>
            <a:off x="548640" y="457200"/>
            <a:ext cx="11091672" cy="461665"/>
          </a:xfrm>
        </p:spPr>
        <p:txBody>
          <a:bodyPr/>
          <a:lstStyle>
            <a:lvl1pPr>
              <a:defRPr>
                <a:solidFill>
                  <a:schemeClr val="accent1"/>
                </a:solidFill>
              </a:defRPr>
            </a:lvl1pPr>
          </a:lstStyle>
          <a:p>
            <a:r>
              <a:rPr lang="en-US"/>
              <a:t>Click to add title (Arial 30 pt)</a:t>
            </a:r>
          </a:p>
        </p:txBody>
      </p:sp>
      <p:sp>
        <p:nvSpPr>
          <p:cNvPr id="4" name="Text Placeholder 3">
            <a:extLst>
              <a:ext uri="{FF2B5EF4-FFF2-40B4-BE49-F238E27FC236}">
                <a16:creationId xmlns:a16="http://schemas.microsoft.com/office/drawing/2014/main" id="{15F1CE3D-CEFE-47C0-AD66-2A33573E615D}"/>
              </a:ext>
            </a:extLst>
          </p:cNvPr>
          <p:cNvSpPr>
            <a:spLocks noGrp="1"/>
          </p:cNvSpPr>
          <p:nvPr>
            <p:ph type="body" sz="quarter" idx="10" hasCustomPrompt="1"/>
          </p:nvPr>
        </p:nvSpPr>
        <p:spPr bwMode="auto">
          <a:xfrm>
            <a:off x="548640" y="1856232"/>
            <a:ext cx="2423160" cy="658368"/>
          </a:xfrm>
          <a:noFill/>
          <a:effectLst/>
        </p:spPr>
        <p:txBody>
          <a:bodyPr bIns="64008" anchor="b"/>
          <a:lstStyle>
            <a:lvl1pPr>
              <a:spcBef>
                <a:spcPts val="0"/>
              </a:spcBef>
              <a:defRPr b="1">
                <a:solidFill>
                  <a:schemeClr val="accent2"/>
                </a:solidFill>
              </a:defRPr>
            </a:lvl1pPr>
          </a:lstStyle>
          <a:p>
            <a:pPr lvl="0"/>
            <a:r>
              <a:rPr lang="en-US"/>
              <a:t>Click to add text</a:t>
            </a:r>
            <a:br>
              <a:rPr lang="en-US"/>
            </a:br>
            <a:r>
              <a:rPr lang="en-US"/>
              <a:t>(Arial 18 pt)</a:t>
            </a:r>
          </a:p>
        </p:txBody>
      </p:sp>
      <p:sp>
        <p:nvSpPr>
          <p:cNvPr id="6" name="Content Placeholder 5">
            <a:extLst>
              <a:ext uri="{FF2B5EF4-FFF2-40B4-BE49-F238E27FC236}">
                <a16:creationId xmlns:a16="http://schemas.microsoft.com/office/drawing/2014/main" id="{59F0E40A-5876-4F21-B613-4F94029B876A}"/>
              </a:ext>
            </a:extLst>
          </p:cNvPr>
          <p:cNvSpPr>
            <a:spLocks noGrp="1"/>
          </p:cNvSpPr>
          <p:nvPr>
            <p:ph sz="quarter" idx="11" hasCustomPrompt="1"/>
          </p:nvPr>
        </p:nvSpPr>
        <p:spPr bwMode="auto">
          <a:xfrm>
            <a:off x="548640" y="2679192"/>
            <a:ext cx="2423160" cy="3630168"/>
          </a:xfrm>
        </p:spPr>
        <p:txBody>
          <a:bodyPr/>
          <a:lstStyle>
            <a:lvl1pPr>
              <a:spcBef>
                <a:spcPts val="1500"/>
              </a:spcBef>
              <a:defRPr sz="1600">
                <a:solidFill>
                  <a:schemeClr val="accent1"/>
                </a:solidFill>
              </a:defRPr>
            </a:lvl1pPr>
            <a:lvl2pPr marL="182880" indent="-182880">
              <a:spcBef>
                <a:spcPts val="600"/>
              </a:spcBef>
              <a:defRPr sz="1600">
                <a:solidFill>
                  <a:schemeClr val="accent1"/>
                </a:solidFill>
              </a:defRPr>
            </a:lvl2pPr>
            <a:lvl3pPr marL="365760" indent="-182880">
              <a:spcBef>
                <a:spcPts val="600"/>
              </a:spcBef>
              <a:defRPr sz="1600">
                <a:solidFill>
                  <a:schemeClr val="accent1"/>
                </a:solidFill>
              </a:defRPr>
            </a:lvl3pPr>
          </a:lstStyle>
          <a:p>
            <a:pPr lvl="0"/>
            <a:r>
              <a:rPr lang="en-US"/>
              <a:t>Click to add text (Arial 16 </a:t>
            </a:r>
            <a:r>
              <a:rPr lang="en-US" err="1"/>
              <a:t>pt</a:t>
            </a:r>
            <a:r>
              <a:rPr lang="en-US"/>
              <a:t>)</a:t>
            </a:r>
          </a:p>
          <a:p>
            <a:pPr lvl="1"/>
            <a:r>
              <a:rPr lang="en-US"/>
              <a:t>Second level</a:t>
            </a:r>
          </a:p>
          <a:p>
            <a:pPr lvl="2"/>
            <a:r>
              <a:rPr lang="en-US"/>
              <a:t>Third level</a:t>
            </a:r>
          </a:p>
        </p:txBody>
      </p:sp>
      <p:sp>
        <p:nvSpPr>
          <p:cNvPr id="8" name="Text Placeholder 7">
            <a:extLst>
              <a:ext uri="{FF2B5EF4-FFF2-40B4-BE49-F238E27FC236}">
                <a16:creationId xmlns:a16="http://schemas.microsoft.com/office/drawing/2014/main" id="{25B55B9A-ADF7-4311-A66D-E44237B8C997}"/>
              </a:ext>
            </a:extLst>
          </p:cNvPr>
          <p:cNvSpPr>
            <a:spLocks noGrp="1"/>
          </p:cNvSpPr>
          <p:nvPr>
            <p:ph type="body" sz="quarter" idx="12" hasCustomPrompt="1"/>
          </p:nvPr>
        </p:nvSpPr>
        <p:spPr bwMode="auto">
          <a:xfrm>
            <a:off x="3438144" y="1856232"/>
            <a:ext cx="2423160" cy="658368"/>
          </a:xfrm>
          <a:noFill/>
          <a:effectLst/>
        </p:spPr>
        <p:txBody>
          <a:bodyPr bIns="64008" anchor="b"/>
          <a:lstStyle>
            <a:lvl1pPr>
              <a:spcBef>
                <a:spcPts val="0"/>
              </a:spcBef>
              <a:defRPr b="1">
                <a:solidFill>
                  <a:schemeClr val="accent2"/>
                </a:solidFill>
              </a:defRPr>
            </a:lvl1pPr>
          </a:lstStyle>
          <a:p>
            <a:pPr lvl="0"/>
            <a:r>
              <a:rPr lang="en-US"/>
              <a:t>Click to add text</a:t>
            </a:r>
            <a:br>
              <a:rPr lang="en-US"/>
            </a:br>
            <a:r>
              <a:rPr lang="en-US"/>
              <a:t>(Arial 18 pt)</a:t>
            </a:r>
          </a:p>
        </p:txBody>
      </p:sp>
      <p:sp>
        <p:nvSpPr>
          <p:cNvPr id="10" name="Content Placeholder 9">
            <a:extLst>
              <a:ext uri="{FF2B5EF4-FFF2-40B4-BE49-F238E27FC236}">
                <a16:creationId xmlns:a16="http://schemas.microsoft.com/office/drawing/2014/main" id="{85F5CF3D-A561-43C6-AED0-4C8952C5F23E}"/>
              </a:ext>
            </a:extLst>
          </p:cNvPr>
          <p:cNvSpPr>
            <a:spLocks noGrp="1"/>
          </p:cNvSpPr>
          <p:nvPr>
            <p:ph sz="quarter" idx="13" hasCustomPrompt="1"/>
          </p:nvPr>
        </p:nvSpPr>
        <p:spPr bwMode="auto">
          <a:xfrm>
            <a:off x="3438144" y="2679192"/>
            <a:ext cx="2423160" cy="3630168"/>
          </a:xfrm>
        </p:spPr>
        <p:txBody>
          <a:bodyPr/>
          <a:lstStyle>
            <a:lvl1pPr>
              <a:spcBef>
                <a:spcPts val="1500"/>
              </a:spcBef>
              <a:defRPr sz="1600">
                <a:solidFill>
                  <a:schemeClr val="accent1"/>
                </a:solidFill>
              </a:defRPr>
            </a:lvl1pPr>
            <a:lvl2pPr marL="182880" indent="-182880">
              <a:spcBef>
                <a:spcPts val="600"/>
              </a:spcBef>
              <a:defRPr sz="1600">
                <a:solidFill>
                  <a:schemeClr val="accent1"/>
                </a:solidFill>
              </a:defRPr>
            </a:lvl2pPr>
            <a:lvl3pPr marL="365760" indent="-182880">
              <a:spcBef>
                <a:spcPts val="600"/>
              </a:spcBef>
              <a:defRPr sz="1600">
                <a:solidFill>
                  <a:schemeClr val="accent1"/>
                </a:solidFill>
              </a:defRPr>
            </a:lvl3pPr>
          </a:lstStyle>
          <a:p>
            <a:pPr lvl="0"/>
            <a:r>
              <a:rPr lang="en-US"/>
              <a:t>Click to add text (Arial 16 </a:t>
            </a:r>
            <a:r>
              <a:rPr lang="en-US" err="1"/>
              <a:t>pt</a:t>
            </a:r>
            <a:r>
              <a:rPr lang="en-US"/>
              <a:t>)</a:t>
            </a:r>
          </a:p>
          <a:p>
            <a:pPr lvl="1"/>
            <a:r>
              <a:rPr lang="en-US"/>
              <a:t>Second level</a:t>
            </a:r>
          </a:p>
          <a:p>
            <a:pPr lvl="2"/>
            <a:r>
              <a:rPr lang="en-US"/>
              <a:t>Third level</a:t>
            </a:r>
          </a:p>
        </p:txBody>
      </p:sp>
      <p:sp>
        <p:nvSpPr>
          <p:cNvPr id="12" name="Text Placeholder 11">
            <a:extLst>
              <a:ext uri="{FF2B5EF4-FFF2-40B4-BE49-F238E27FC236}">
                <a16:creationId xmlns:a16="http://schemas.microsoft.com/office/drawing/2014/main" id="{6FE7BBE6-6473-4F15-B17D-4DC8CF07A74C}"/>
              </a:ext>
            </a:extLst>
          </p:cNvPr>
          <p:cNvSpPr>
            <a:spLocks noGrp="1"/>
          </p:cNvSpPr>
          <p:nvPr>
            <p:ph type="body" sz="quarter" idx="14" hasCustomPrompt="1"/>
          </p:nvPr>
        </p:nvSpPr>
        <p:spPr bwMode="auto">
          <a:xfrm>
            <a:off x="6327648" y="1856232"/>
            <a:ext cx="2423160" cy="658368"/>
          </a:xfrm>
          <a:noFill/>
          <a:effectLst/>
        </p:spPr>
        <p:txBody>
          <a:bodyPr bIns="64008" anchor="b"/>
          <a:lstStyle>
            <a:lvl1pPr>
              <a:spcBef>
                <a:spcPts val="0"/>
              </a:spcBef>
              <a:defRPr b="1">
                <a:solidFill>
                  <a:schemeClr val="accent2"/>
                </a:solidFill>
              </a:defRPr>
            </a:lvl1pPr>
          </a:lstStyle>
          <a:p>
            <a:pPr lvl="0"/>
            <a:r>
              <a:rPr lang="en-US"/>
              <a:t>Click to add text</a:t>
            </a:r>
            <a:br>
              <a:rPr lang="en-US"/>
            </a:br>
            <a:r>
              <a:rPr lang="en-US"/>
              <a:t>(Arial 18 pt)</a:t>
            </a:r>
          </a:p>
        </p:txBody>
      </p:sp>
      <p:sp>
        <p:nvSpPr>
          <p:cNvPr id="14" name="Content Placeholder 13">
            <a:extLst>
              <a:ext uri="{FF2B5EF4-FFF2-40B4-BE49-F238E27FC236}">
                <a16:creationId xmlns:a16="http://schemas.microsoft.com/office/drawing/2014/main" id="{A036991A-2914-4ED0-8DDD-212CC13C8AB1}"/>
              </a:ext>
            </a:extLst>
          </p:cNvPr>
          <p:cNvSpPr>
            <a:spLocks noGrp="1"/>
          </p:cNvSpPr>
          <p:nvPr>
            <p:ph sz="quarter" idx="15" hasCustomPrompt="1"/>
          </p:nvPr>
        </p:nvSpPr>
        <p:spPr bwMode="auto">
          <a:xfrm>
            <a:off x="6327648" y="2679192"/>
            <a:ext cx="2423160" cy="3630168"/>
          </a:xfrm>
        </p:spPr>
        <p:txBody>
          <a:bodyPr/>
          <a:lstStyle>
            <a:lvl1pPr>
              <a:spcBef>
                <a:spcPts val="1500"/>
              </a:spcBef>
              <a:defRPr sz="1600">
                <a:solidFill>
                  <a:schemeClr val="accent1"/>
                </a:solidFill>
              </a:defRPr>
            </a:lvl1pPr>
            <a:lvl2pPr marL="182880" indent="-182880">
              <a:spcBef>
                <a:spcPts val="600"/>
              </a:spcBef>
              <a:defRPr sz="1600">
                <a:solidFill>
                  <a:schemeClr val="accent1"/>
                </a:solidFill>
              </a:defRPr>
            </a:lvl2pPr>
            <a:lvl3pPr marL="365760" indent="-182880">
              <a:spcBef>
                <a:spcPts val="600"/>
              </a:spcBef>
              <a:defRPr sz="1600">
                <a:solidFill>
                  <a:schemeClr val="accent1"/>
                </a:solidFill>
              </a:defRPr>
            </a:lvl3pPr>
          </a:lstStyle>
          <a:p>
            <a:pPr lvl="0"/>
            <a:r>
              <a:rPr lang="en-US"/>
              <a:t>Click to add text (Arial 16 </a:t>
            </a:r>
            <a:r>
              <a:rPr lang="en-US" err="1"/>
              <a:t>pt</a:t>
            </a:r>
            <a:r>
              <a:rPr lang="en-US"/>
              <a:t>)</a:t>
            </a:r>
          </a:p>
          <a:p>
            <a:pPr lvl="1"/>
            <a:r>
              <a:rPr lang="en-US"/>
              <a:t>Second level</a:t>
            </a:r>
          </a:p>
          <a:p>
            <a:pPr lvl="2"/>
            <a:r>
              <a:rPr lang="en-US"/>
              <a:t>Third level</a:t>
            </a:r>
          </a:p>
        </p:txBody>
      </p:sp>
      <p:sp>
        <p:nvSpPr>
          <p:cNvPr id="16" name="Text Placeholder 15">
            <a:extLst>
              <a:ext uri="{FF2B5EF4-FFF2-40B4-BE49-F238E27FC236}">
                <a16:creationId xmlns:a16="http://schemas.microsoft.com/office/drawing/2014/main" id="{94CFE104-7E77-411D-9AA7-EDA183E88F21}"/>
              </a:ext>
            </a:extLst>
          </p:cNvPr>
          <p:cNvSpPr>
            <a:spLocks noGrp="1"/>
          </p:cNvSpPr>
          <p:nvPr>
            <p:ph type="body" sz="quarter" idx="16" hasCustomPrompt="1"/>
          </p:nvPr>
        </p:nvSpPr>
        <p:spPr bwMode="auto">
          <a:xfrm>
            <a:off x="9217152" y="1856232"/>
            <a:ext cx="2423160" cy="658368"/>
          </a:xfrm>
          <a:noFill/>
          <a:effectLst/>
        </p:spPr>
        <p:txBody>
          <a:bodyPr bIns="64008" anchor="b"/>
          <a:lstStyle>
            <a:lvl1pPr>
              <a:spcBef>
                <a:spcPts val="0"/>
              </a:spcBef>
              <a:defRPr b="1">
                <a:solidFill>
                  <a:schemeClr val="accent2"/>
                </a:solidFill>
              </a:defRPr>
            </a:lvl1pPr>
          </a:lstStyle>
          <a:p>
            <a:pPr lvl="0"/>
            <a:r>
              <a:rPr lang="en-US"/>
              <a:t>Click to add text</a:t>
            </a:r>
            <a:br>
              <a:rPr lang="en-US"/>
            </a:br>
            <a:r>
              <a:rPr lang="en-US"/>
              <a:t>(Arial 18 pt)</a:t>
            </a:r>
          </a:p>
        </p:txBody>
      </p:sp>
      <p:sp>
        <p:nvSpPr>
          <p:cNvPr id="18" name="Content Placeholder 17">
            <a:extLst>
              <a:ext uri="{FF2B5EF4-FFF2-40B4-BE49-F238E27FC236}">
                <a16:creationId xmlns:a16="http://schemas.microsoft.com/office/drawing/2014/main" id="{CF874E32-0FA2-4356-949A-FF2CAEA5F016}"/>
              </a:ext>
            </a:extLst>
          </p:cNvPr>
          <p:cNvSpPr>
            <a:spLocks noGrp="1"/>
          </p:cNvSpPr>
          <p:nvPr>
            <p:ph sz="quarter" idx="17" hasCustomPrompt="1"/>
          </p:nvPr>
        </p:nvSpPr>
        <p:spPr bwMode="auto">
          <a:xfrm>
            <a:off x="9217152" y="2679192"/>
            <a:ext cx="2423160" cy="3630168"/>
          </a:xfrm>
        </p:spPr>
        <p:txBody>
          <a:bodyPr/>
          <a:lstStyle>
            <a:lvl1pPr>
              <a:spcBef>
                <a:spcPts val="1500"/>
              </a:spcBef>
              <a:defRPr sz="1600">
                <a:solidFill>
                  <a:schemeClr val="accent1"/>
                </a:solidFill>
              </a:defRPr>
            </a:lvl1pPr>
            <a:lvl2pPr marL="182880" indent="-182880">
              <a:spcBef>
                <a:spcPts val="600"/>
              </a:spcBef>
              <a:defRPr sz="1600">
                <a:solidFill>
                  <a:schemeClr val="accent1"/>
                </a:solidFill>
              </a:defRPr>
            </a:lvl2pPr>
            <a:lvl3pPr marL="365760" indent="-182880">
              <a:spcBef>
                <a:spcPts val="600"/>
              </a:spcBef>
              <a:defRPr sz="1600">
                <a:solidFill>
                  <a:schemeClr val="accent1"/>
                </a:solidFill>
              </a:defRPr>
            </a:lvl3pPr>
          </a:lstStyle>
          <a:p>
            <a:pPr lvl="0"/>
            <a:r>
              <a:rPr lang="en-US"/>
              <a:t>Click to add text (Arial 16 </a:t>
            </a:r>
            <a:r>
              <a:rPr lang="en-US" err="1"/>
              <a:t>pt</a:t>
            </a:r>
            <a:r>
              <a:rPr lang="en-US"/>
              <a:t>)</a:t>
            </a:r>
          </a:p>
          <a:p>
            <a:pPr lvl="1"/>
            <a:r>
              <a:rPr lang="en-US"/>
              <a:t>Second level</a:t>
            </a:r>
          </a:p>
          <a:p>
            <a:pPr lvl="2"/>
            <a:r>
              <a:rPr lang="en-US"/>
              <a:t>Third level</a:t>
            </a:r>
          </a:p>
        </p:txBody>
      </p:sp>
    </p:spTree>
    <p:extLst>
      <p:ext uri="{BB962C8B-B14F-4D97-AF65-F5344CB8AC3E}">
        <p14:creationId xmlns:p14="http://schemas.microsoft.com/office/powerpoint/2010/main" val="3400336087"/>
      </p:ext>
    </p:extLst>
  </p:cSld>
  <p:clrMapOvr>
    <a:masterClrMapping/>
  </p:clrMapOvr>
  <p:extLst>
    <p:ext uri="{DCECCB84-F9BA-43D5-87BE-67443E8EF086}">
      <p15:sldGuideLst xmlns:p15="http://schemas.microsoft.com/office/powerpoint/2012/main">
        <p15:guide id="1" orient="horz" pos="117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A7595-64E1-4411-937E-5150DCE0A912}"/>
              </a:ext>
            </a:extLst>
          </p:cNvPr>
          <p:cNvSpPr>
            <a:spLocks noGrp="1"/>
          </p:cNvSpPr>
          <p:nvPr>
            <p:ph type="title" hasCustomPrompt="1"/>
          </p:nvPr>
        </p:nvSpPr>
        <p:spPr bwMode="auto">
          <a:xfrm>
            <a:off x="548640" y="457200"/>
            <a:ext cx="11091672" cy="461665"/>
          </a:xfrm>
        </p:spPr>
        <p:txBody>
          <a:bodyPr/>
          <a:lstStyle>
            <a:lvl1pPr>
              <a:defRPr>
                <a:solidFill>
                  <a:schemeClr val="accent1"/>
                </a:solidFill>
              </a:defRPr>
            </a:lvl1pPr>
          </a:lstStyle>
          <a:p>
            <a:r>
              <a:rPr lang="en-US"/>
              <a:t>Click to add title (Arial 30 pt)</a:t>
            </a:r>
          </a:p>
        </p:txBody>
      </p:sp>
      <p:sp>
        <p:nvSpPr>
          <p:cNvPr id="4" name="Text Placeholder 3">
            <a:extLst>
              <a:ext uri="{FF2B5EF4-FFF2-40B4-BE49-F238E27FC236}">
                <a16:creationId xmlns:a16="http://schemas.microsoft.com/office/drawing/2014/main" id="{15F1CE3D-CEFE-47C0-AD66-2A33573E615D}"/>
              </a:ext>
            </a:extLst>
          </p:cNvPr>
          <p:cNvSpPr>
            <a:spLocks noGrp="1"/>
          </p:cNvSpPr>
          <p:nvPr>
            <p:ph type="body" sz="quarter" idx="10" hasCustomPrompt="1"/>
          </p:nvPr>
        </p:nvSpPr>
        <p:spPr bwMode="auto">
          <a:xfrm>
            <a:off x="548640" y="1856232"/>
            <a:ext cx="1847088" cy="658368"/>
          </a:xfrm>
          <a:noFill/>
          <a:effectLst/>
        </p:spPr>
        <p:txBody>
          <a:bodyPr bIns="64008" anchor="b"/>
          <a:lstStyle>
            <a:lvl1pPr>
              <a:spcBef>
                <a:spcPts val="0"/>
              </a:spcBef>
              <a:defRPr b="1">
                <a:solidFill>
                  <a:schemeClr val="accent2"/>
                </a:solidFill>
              </a:defRPr>
            </a:lvl1pPr>
          </a:lstStyle>
          <a:p>
            <a:pPr lvl="0"/>
            <a:r>
              <a:rPr lang="en-US"/>
              <a:t>Click to add text</a:t>
            </a:r>
            <a:br>
              <a:rPr lang="en-US"/>
            </a:br>
            <a:r>
              <a:rPr lang="en-US"/>
              <a:t>(Arial 18 pt)</a:t>
            </a:r>
          </a:p>
        </p:txBody>
      </p:sp>
      <p:sp>
        <p:nvSpPr>
          <p:cNvPr id="6" name="Content Placeholder 5">
            <a:extLst>
              <a:ext uri="{FF2B5EF4-FFF2-40B4-BE49-F238E27FC236}">
                <a16:creationId xmlns:a16="http://schemas.microsoft.com/office/drawing/2014/main" id="{59F0E40A-5876-4F21-B613-4F94029B876A}"/>
              </a:ext>
            </a:extLst>
          </p:cNvPr>
          <p:cNvSpPr>
            <a:spLocks noGrp="1"/>
          </p:cNvSpPr>
          <p:nvPr>
            <p:ph sz="quarter" idx="11" hasCustomPrompt="1"/>
          </p:nvPr>
        </p:nvSpPr>
        <p:spPr bwMode="auto">
          <a:xfrm>
            <a:off x="548640" y="2679192"/>
            <a:ext cx="1847088" cy="3630168"/>
          </a:xfrm>
        </p:spPr>
        <p:txBody>
          <a:bodyPr/>
          <a:lstStyle>
            <a:lvl1pPr>
              <a:spcBef>
                <a:spcPts val="1500"/>
              </a:spcBef>
              <a:defRPr sz="1600">
                <a:solidFill>
                  <a:schemeClr val="accent1"/>
                </a:solidFill>
              </a:defRPr>
            </a:lvl1pPr>
            <a:lvl2pPr marL="182880" indent="-182880">
              <a:spcBef>
                <a:spcPts val="600"/>
              </a:spcBef>
              <a:defRPr sz="1600">
                <a:solidFill>
                  <a:schemeClr val="accent1"/>
                </a:solidFill>
              </a:defRPr>
            </a:lvl2pPr>
            <a:lvl3pPr marL="365760" indent="-182880">
              <a:spcBef>
                <a:spcPts val="600"/>
              </a:spcBef>
              <a:defRPr sz="1600">
                <a:solidFill>
                  <a:schemeClr val="accent1"/>
                </a:solidFill>
              </a:defRPr>
            </a:lvl3pPr>
          </a:lstStyle>
          <a:p>
            <a:pPr lvl="0"/>
            <a:r>
              <a:rPr lang="en-US"/>
              <a:t>Click to add text (Arial 16 pt)</a:t>
            </a:r>
          </a:p>
          <a:p>
            <a:pPr lvl="1"/>
            <a:r>
              <a:rPr lang="en-US"/>
              <a:t>Second level</a:t>
            </a:r>
          </a:p>
          <a:p>
            <a:pPr lvl="2"/>
            <a:r>
              <a:rPr lang="en-US"/>
              <a:t>Third level</a:t>
            </a:r>
          </a:p>
        </p:txBody>
      </p:sp>
      <p:sp>
        <p:nvSpPr>
          <p:cNvPr id="8" name="Text Placeholder 7">
            <a:extLst>
              <a:ext uri="{FF2B5EF4-FFF2-40B4-BE49-F238E27FC236}">
                <a16:creationId xmlns:a16="http://schemas.microsoft.com/office/drawing/2014/main" id="{25B55B9A-ADF7-4311-A66D-E44237B8C997}"/>
              </a:ext>
            </a:extLst>
          </p:cNvPr>
          <p:cNvSpPr>
            <a:spLocks noGrp="1"/>
          </p:cNvSpPr>
          <p:nvPr>
            <p:ph type="body" sz="quarter" idx="12" hasCustomPrompt="1"/>
          </p:nvPr>
        </p:nvSpPr>
        <p:spPr bwMode="auto">
          <a:xfrm>
            <a:off x="2859786" y="1856232"/>
            <a:ext cx="1847088" cy="658368"/>
          </a:xfrm>
          <a:noFill/>
          <a:effectLst/>
        </p:spPr>
        <p:txBody>
          <a:bodyPr bIns="64008" anchor="b"/>
          <a:lstStyle>
            <a:lvl1pPr>
              <a:spcBef>
                <a:spcPts val="0"/>
              </a:spcBef>
              <a:defRPr b="1">
                <a:solidFill>
                  <a:schemeClr val="accent2"/>
                </a:solidFill>
              </a:defRPr>
            </a:lvl1pPr>
          </a:lstStyle>
          <a:p>
            <a:pPr lvl="0"/>
            <a:r>
              <a:rPr lang="en-US"/>
              <a:t>Click to add text</a:t>
            </a:r>
            <a:br>
              <a:rPr lang="en-US"/>
            </a:br>
            <a:r>
              <a:rPr lang="en-US"/>
              <a:t>(Arial 18 pt)</a:t>
            </a:r>
          </a:p>
        </p:txBody>
      </p:sp>
      <p:sp>
        <p:nvSpPr>
          <p:cNvPr id="10" name="Content Placeholder 9">
            <a:extLst>
              <a:ext uri="{FF2B5EF4-FFF2-40B4-BE49-F238E27FC236}">
                <a16:creationId xmlns:a16="http://schemas.microsoft.com/office/drawing/2014/main" id="{85F5CF3D-A561-43C6-AED0-4C8952C5F23E}"/>
              </a:ext>
            </a:extLst>
          </p:cNvPr>
          <p:cNvSpPr>
            <a:spLocks noGrp="1"/>
          </p:cNvSpPr>
          <p:nvPr>
            <p:ph sz="quarter" idx="13" hasCustomPrompt="1"/>
          </p:nvPr>
        </p:nvSpPr>
        <p:spPr bwMode="auto">
          <a:xfrm>
            <a:off x="2859786" y="2679192"/>
            <a:ext cx="1847088" cy="3630168"/>
          </a:xfrm>
        </p:spPr>
        <p:txBody>
          <a:bodyPr/>
          <a:lstStyle>
            <a:lvl1pPr>
              <a:spcBef>
                <a:spcPts val="1500"/>
              </a:spcBef>
              <a:defRPr sz="1600">
                <a:solidFill>
                  <a:schemeClr val="accent1"/>
                </a:solidFill>
              </a:defRPr>
            </a:lvl1pPr>
            <a:lvl2pPr marL="182880" indent="-182880">
              <a:spcBef>
                <a:spcPts val="600"/>
              </a:spcBef>
              <a:defRPr sz="1600">
                <a:solidFill>
                  <a:schemeClr val="accent1"/>
                </a:solidFill>
              </a:defRPr>
            </a:lvl2pPr>
            <a:lvl3pPr marL="365760" indent="-182880">
              <a:spcBef>
                <a:spcPts val="600"/>
              </a:spcBef>
              <a:defRPr sz="1600">
                <a:solidFill>
                  <a:schemeClr val="accent1"/>
                </a:solidFill>
              </a:defRPr>
            </a:lvl3pPr>
          </a:lstStyle>
          <a:p>
            <a:pPr lvl="0"/>
            <a:r>
              <a:rPr lang="en-US"/>
              <a:t>Click to add text (Arial 16 pt)</a:t>
            </a:r>
          </a:p>
          <a:p>
            <a:pPr lvl="1"/>
            <a:r>
              <a:rPr lang="en-US"/>
              <a:t>Second level</a:t>
            </a:r>
          </a:p>
          <a:p>
            <a:pPr lvl="2"/>
            <a:r>
              <a:rPr lang="en-US"/>
              <a:t>Third level</a:t>
            </a:r>
          </a:p>
        </p:txBody>
      </p:sp>
      <p:sp>
        <p:nvSpPr>
          <p:cNvPr id="12" name="Text Placeholder 11">
            <a:extLst>
              <a:ext uri="{FF2B5EF4-FFF2-40B4-BE49-F238E27FC236}">
                <a16:creationId xmlns:a16="http://schemas.microsoft.com/office/drawing/2014/main" id="{6FE7BBE6-6473-4F15-B17D-4DC8CF07A74C}"/>
              </a:ext>
            </a:extLst>
          </p:cNvPr>
          <p:cNvSpPr>
            <a:spLocks noGrp="1"/>
          </p:cNvSpPr>
          <p:nvPr>
            <p:ph type="body" sz="quarter" idx="14" hasCustomPrompt="1"/>
          </p:nvPr>
        </p:nvSpPr>
        <p:spPr bwMode="auto">
          <a:xfrm>
            <a:off x="5170932" y="1856232"/>
            <a:ext cx="1847088" cy="658368"/>
          </a:xfrm>
          <a:noFill/>
          <a:effectLst/>
        </p:spPr>
        <p:txBody>
          <a:bodyPr bIns="64008" anchor="b"/>
          <a:lstStyle>
            <a:lvl1pPr>
              <a:spcBef>
                <a:spcPts val="0"/>
              </a:spcBef>
              <a:defRPr b="1">
                <a:solidFill>
                  <a:schemeClr val="accent2"/>
                </a:solidFill>
              </a:defRPr>
            </a:lvl1pPr>
          </a:lstStyle>
          <a:p>
            <a:pPr lvl="0"/>
            <a:r>
              <a:rPr lang="en-US"/>
              <a:t>Click to add text</a:t>
            </a:r>
            <a:br>
              <a:rPr lang="en-US"/>
            </a:br>
            <a:r>
              <a:rPr lang="en-US"/>
              <a:t>(Arial 18 pt)</a:t>
            </a:r>
          </a:p>
        </p:txBody>
      </p:sp>
      <p:sp>
        <p:nvSpPr>
          <p:cNvPr id="14" name="Content Placeholder 13">
            <a:extLst>
              <a:ext uri="{FF2B5EF4-FFF2-40B4-BE49-F238E27FC236}">
                <a16:creationId xmlns:a16="http://schemas.microsoft.com/office/drawing/2014/main" id="{A036991A-2914-4ED0-8DDD-212CC13C8AB1}"/>
              </a:ext>
            </a:extLst>
          </p:cNvPr>
          <p:cNvSpPr>
            <a:spLocks noGrp="1"/>
          </p:cNvSpPr>
          <p:nvPr>
            <p:ph sz="quarter" idx="15" hasCustomPrompt="1"/>
          </p:nvPr>
        </p:nvSpPr>
        <p:spPr bwMode="auto">
          <a:xfrm>
            <a:off x="5170932" y="2679192"/>
            <a:ext cx="1847088" cy="3630168"/>
          </a:xfrm>
        </p:spPr>
        <p:txBody>
          <a:bodyPr/>
          <a:lstStyle>
            <a:lvl1pPr>
              <a:spcBef>
                <a:spcPts val="1500"/>
              </a:spcBef>
              <a:defRPr sz="1600">
                <a:solidFill>
                  <a:schemeClr val="accent1"/>
                </a:solidFill>
              </a:defRPr>
            </a:lvl1pPr>
            <a:lvl2pPr marL="182880" indent="-182880">
              <a:spcBef>
                <a:spcPts val="600"/>
              </a:spcBef>
              <a:defRPr sz="1600">
                <a:solidFill>
                  <a:schemeClr val="accent1"/>
                </a:solidFill>
              </a:defRPr>
            </a:lvl2pPr>
            <a:lvl3pPr marL="365760" indent="-182880">
              <a:spcBef>
                <a:spcPts val="600"/>
              </a:spcBef>
              <a:defRPr sz="1600">
                <a:solidFill>
                  <a:schemeClr val="accent1"/>
                </a:solidFill>
              </a:defRPr>
            </a:lvl3pPr>
          </a:lstStyle>
          <a:p>
            <a:pPr lvl="0"/>
            <a:r>
              <a:rPr lang="en-US"/>
              <a:t>Click to add text (Arial 16 pt)</a:t>
            </a:r>
          </a:p>
          <a:p>
            <a:pPr lvl="1"/>
            <a:r>
              <a:rPr lang="en-US"/>
              <a:t>Second level</a:t>
            </a:r>
          </a:p>
          <a:p>
            <a:pPr lvl="2"/>
            <a:r>
              <a:rPr lang="en-US"/>
              <a:t>Third level</a:t>
            </a:r>
          </a:p>
        </p:txBody>
      </p:sp>
      <p:sp>
        <p:nvSpPr>
          <p:cNvPr id="16" name="Text Placeholder 15">
            <a:extLst>
              <a:ext uri="{FF2B5EF4-FFF2-40B4-BE49-F238E27FC236}">
                <a16:creationId xmlns:a16="http://schemas.microsoft.com/office/drawing/2014/main" id="{94CFE104-7E77-411D-9AA7-EDA183E88F21}"/>
              </a:ext>
            </a:extLst>
          </p:cNvPr>
          <p:cNvSpPr>
            <a:spLocks noGrp="1"/>
          </p:cNvSpPr>
          <p:nvPr>
            <p:ph type="body" sz="quarter" idx="16" hasCustomPrompt="1"/>
          </p:nvPr>
        </p:nvSpPr>
        <p:spPr bwMode="auto">
          <a:xfrm>
            <a:off x="7482078" y="1856232"/>
            <a:ext cx="1847088" cy="658368"/>
          </a:xfrm>
          <a:noFill/>
          <a:effectLst/>
        </p:spPr>
        <p:txBody>
          <a:bodyPr bIns="64008" anchor="b"/>
          <a:lstStyle>
            <a:lvl1pPr>
              <a:spcBef>
                <a:spcPts val="0"/>
              </a:spcBef>
              <a:defRPr b="1">
                <a:solidFill>
                  <a:schemeClr val="accent2"/>
                </a:solidFill>
              </a:defRPr>
            </a:lvl1pPr>
          </a:lstStyle>
          <a:p>
            <a:pPr lvl="0"/>
            <a:r>
              <a:rPr lang="en-US"/>
              <a:t>Click to add text</a:t>
            </a:r>
            <a:br>
              <a:rPr lang="en-US"/>
            </a:br>
            <a:r>
              <a:rPr lang="en-US"/>
              <a:t>(Arial 18 pt)</a:t>
            </a:r>
          </a:p>
        </p:txBody>
      </p:sp>
      <p:sp>
        <p:nvSpPr>
          <p:cNvPr id="18" name="Content Placeholder 17">
            <a:extLst>
              <a:ext uri="{FF2B5EF4-FFF2-40B4-BE49-F238E27FC236}">
                <a16:creationId xmlns:a16="http://schemas.microsoft.com/office/drawing/2014/main" id="{CF874E32-0FA2-4356-949A-FF2CAEA5F016}"/>
              </a:ext>
            </a:extLst>
          </p:cNvPr>
          <p:cNvSpPr>
            <a:spLocks noGrp="1"/>
          </p:cNvSpPr>
          <p:nvPr>
            <p:ph sz="quarter" idx="17" hasCustomPrompt="1"/>
          </p:nvPr>
        </p:nvSpPr>
        <p:spPr bwMode="auto">
          <a:xfrm>
            <a:off x="7482078" y="2679192"/>
            <a:ext cx="1847088" cy="3630168"/>
          </a:xfrm>
        </p:spPr>
        <p:txBody>
          <a:bodyPr/>
          <a:lstStyle>
            <a:lvl1pPr>
              <a:spcBef>
                <a:spcPts val="1500"/>
              </a:spcBef>
              <a:defRPr sz="1600">
                <a:solidFill>
                  <a:schemeClr val="accent1"/>
                </a:solidFill>
              </a:defRPr>
            </a:lvl1pPr>
            <a:lvl2pPr marL="182880" indent="-182880">
              <a:spcBef>
                <a:spcPts val="600"/>
              </a:spcBef>
              <a:defRPr sz="1600">
                <a:solidFill>
                  <a:schemeClr val="accent1"/>
                </a:solidFill>
              </a:defRPr>
            </a:lvl2pPr>
            <a:lvl3pPr marL="365760" indent="-182880">
              <a:spcBef>
                <a:spcPts val="600"/>
              </a:spcBef>
              <a:defRPr sz="1600">
                <a:solidFill>
                  <a:schemeClr val="accent1"/>
                </a:solidFill>
              </a:defRPr>
            </a:lvl3pPr>
          </a:lstStyle>
          <a:p>
            <a:pPr lvl="0"/>
            <a:r>
              <a:rPr lang="en-US"/>
              <a:t>Click to add text (Arial 16 pt)</a:t>
            </a:r>
          </a:p>
          <a:p>
            <a:pPr lvl="1"/>
            <a:r>
              <a:rPr lang="en-US"/>
              <a:t>Second level</a:t>
            </a:r>
          </a:p>
          <a:p>
            <a:pPr lvl="2"/>
            <a:r>
              <a:rPr lang="en-US"/>
              <a:t>Third level</a:t>
            </a:r>
          </a:p>
        </p:txBody>
      </p:sp>
      <p:sp>
        <p:nvSpPr>
          <p:cNvPr id="20" name="Text Placeholder 19">
            <a:extLst>
              <a:ext uri="{FF2B5EF4-FFF2-40B4-BE49-F238E27FC236}">
                <a16:creationId xmlns:a16="http://schemas.microsoft.com/office/drawing/2014/main" id="{B4AC7757-EC14-40BD-B915-E1A7EFBB0F69}"/>
              </a:ext>
            </a:extLst>
          </p:cNvPr>
          <p:cNvSpPr>
            <a:spLocks noGrp="1"/>
          </p:cNvSpPr>
          <p:nvPr>
            <p:ph type="body" sz="quarter" idx="18" hasCustomPrompt="1"/>
          </p:nvPr>
        </p:nvSpPr>
        <p:spPr bwMode="auto">
          <a:xfrm>
            <a:off x="9793224" y="1856232"/>
            <a:ext cx="1847088" cy="658368"/>
          </a:xfrm>
          <a:noFill/>
          <a:effectLst/>
        </p:spPr>
        <p:txBody>
          <a:bodyPr bIns="64008" anchor="b"/>
          <a:lstStyle>
            <a:lvl1pPr>
              <a:spcBef>
                <a:spcPts val="0"/>
              </a:spcBef>
              <a:defRPr b="1">
                <a:solidFill>
                  <a:schemeClr val="accent2"/>
                </a:solidFill>
              </a:defRPr>
            </a:lvl1pPr>
          </a:lstStyle>
          <a:p>
            <a:pPr lvl="0"/>
            <a:r>
              <a:rPr lang="en-US"/>
              <a:t>Click to add text</a:t>
            </a:r>
            <a:br>
              <a:rPr lang="en-US"/>
            </a:br>
            <a:r>
              <a:rPr lang="en-US"/>
              <a:t>(Arial 18 pt)</a:t>
            </a:r>
          </a:p>
        </p:txBody>
      </p:sp>
      <p:sp>
        <p:nvSpPr>
          <p:cNvPr id="22" name="Content Placeholder 21">
            <a:extLst>
              <a:ext uri="{FF2B5EF4-FFF2-40B4-BE49-F238E27FC236}">
                <a16:creationId xmlns:a16="http://schemas.microsoft.com/office/drawing/2014/main" id="{3F9ADBB4-EAD8-46E3-9FD8-DB157F901E42}"/>
              </a:ext>
            </a:extLst>
          </p:cNvPr>
          <p:cNvSpPr>
            <a:spLocks noGrp="1"/>
          </p:cNvSpPr>
          <p:nvPr>
            <p:ph sz="quarter" idx="19" hasCustomPrompt="1"/>
          </p:nvPr>
        </p:nvSpPr>
        <p:spPr bwMode="auto">
          <a:xfrm>
            <a:off x="9793224" y="2679192"/>
            <a:ext cx="1847088" cy="3630168"/>
          </a:xfrm>
        </p:spPr>
        <p:txBody>
          <a:bodyPr/>
          <a:lstStyle>
            <a:lvl1pPr>
              <a:spcBef>
                <a:spcPts val="1500"/>
              </a:spcBef>
              <a:defRPr sz="1600">
                <a:solidFill>
                  <a:schemeClr val="accent1"/>
                </a:solidFill>
              </a:defRPr>
            </a:lvl1pPr>
            <a:lvl2pPr marL="182880" indent="-182880">
              <a:spcBef>
                <a:spcPts val="600"/>
              </a:spcBef>
              <a:defRPr sz="1600">
                <a:solidFill>
                  <a:schemeClr val="accent1"/>
                </a:solidFill>
              </a:defRPr>
            </a:lvl2pPr>
            <a:lvl3pPr marL="365760" indent="-182880">
              <a:spcBef>
                <a:spcPts val="600"/>
              </a:spcBef>
              <a:defRPr sz="1600">
                <a:solidFill>
                  <a:schemeClr val="accent1"/>
                </a:solidFill>
              </a:defRPr>
            </a:lvl3pPr>
          </a:lstStyle>
          <a:p>
            <a:pPr lvl="0"/>
            <a:r>
              <a:rPr lang="en-US"/>
              <a:t>Click to add text (Arial 16 pt)</a:t>
            </a:r>
          </a:p>
          <a:p>
            <a:pPr lvl="1"/>
            <a:r>
              <a:rPr lang="en-US"/>
              <a:t>Second level</a:t>
            </a:r>
          </a:p>
          <a:p>
            <a:pPr lvl="2"/>
            <a:r>
              <a:rPr lang="en-US"/>
              <a:t>Third level</a:t>
            </a:r>
          </a:p>
        </p:txBody>
      </p:sp>
    </p:spTree>
    <p:extLst>
      <p:ext uri="{BB962C8B-B14F-4D97-AF65-F5344CB8AC3E}">
        <p14:creationId xmlns:p14="http://schemas.microsoft.com/office/powerpoint/2010/main" val="270001550"/>
      </p:ext>
    </p:extLst>
  </p:cSld>
  <p:clrMapOvr>
    <a:masterClrMapping/>
  </p:clrMapOvr>
  <p:extLst>
    <p:ext uri="{DCECCB84-F9BA-43D5-87BE-67443E8EF086}">
      <p15:sldGuideLst xmlns:p15="http://schemas.microsoft.com/office/powerpoint/2012/main">
        <p15:guide id="1" orient="horz" pos="117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roof points">
    <p:bg>
      <p:bgRef idx="1001">
        <a:schemeClr val="bg1"/>
      </p:bgRef>
    </p:bg>
    <p:spTree>
      <p:nvGrpSpPr>
        <p:cNvPr id="1" name=""/>
        <p:cNvGrpSpPr/>
        <p:nvPr/>
      </p:nvGrpSpPr>
      <p:grpSpPr>
        <a:xfrm>
          <a:off x="0" y="0"/>
          <a:ext cx="0" cy="0"/>
          <a:chOff x="0" y="0"/>
          <a:chExt cx="0" cy="0"/>
        </a:xfrm>
      </p:grpSpPr>
      <p:sp>
        <p:nvSpPr>
          <p:cNvPr id="10" name="Round Single Corner Rectangle 6">
            <a:extLst>
              <a:ext uri="{FF2B5EF4-FFF2-40B4-BE49-F238E27FC236}">
                <a16:creationId xmlns:a16="http://schemas.microsoft.com/office/drawing/2014/main" id="{D6013FD6-B845-D292-6DA7-BC4928C28D94}"/>
              </a:ext>
            </a:extLst>
          </p:cNvPr>
          <p:cNvSpPr>
            <a:spLocks/>
          </p:cNvSpPr>
          <p:nvPr userDrawn="1"/>
        </p:nvSpPr>
        <p:spPr>
          <a:xfrm>
            <a:off x="8132068" y="0"/>
            <a:ext cx="4059935" cy="6858000"/>
          </a:xfrm>
          <a:prstGeom prst="round1Rect">
            <a:avLst>
              <a:gd name="adj" fmla="val 7087"/>
            </a:avLst>
          </a:prstGeom>
          <a:solidFill>
            <a:schemeClr val="bg1"/>
          </a:solidFill>
          <a:ln>
            <a:noFill/>
          </a:ln>
          <a:effectLst>
            <a:outerShdw blurRad="381000" dist="254000" sx="95000" sy="9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9" name="Round Single Corner Rectangle 6">
            <a:extLst>
              <a:ext uri="{FF2B5EF4-FFF2-40B4-BE49-F238E27FC236}">
                <a16:creationId xmlns:a16="http://schemas.microsoft.com/office/drawing/2014/main" id="{B8095E0E-8B2C-25E5-E03A-3BA6B9557D86}"/>
              </a:ext>
            </a:extLst>
          </p:cNvPr>
          <p:cNvSpPr>
            <a:spLocks/>
          </p:cNvSpPr>
          <p:nvPr userDrawn="1"/>
        </p:nvSpPr>
        <p:spPr>
          <a:xfrm>
            <a:off x="4066032" y="0"/>
            <a:ext cx="4059935" cy="6858000"/>
          </a:xfrm>
          <a:prstGeom prst="round1Rect">
            <a:avLst>
              <a:gd name="adj" fmla="val 7087"/>
            </a:avLst>
          </a:prstGeom>
          <a:solidFill>
            <a:schemeClr val="bg1"/>
          </a:solidFill>
          <a:ln>
            <a:noFill/>
          </a:ln>
          <a:effectLst>
            <a:outerShdw blurRad="381000" dist="254000" sx="95000" sy="9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ound Single Corner Rectangle 6">
            <a:extLst>
              <a:ext uri="{FF2B5EF4-FFF2-40B4-BE49-F238E27FC236}">
                <a16:creationId xmlns:a16="http://schemas.microsoft.com/office/drawing/2014/main" id="{836EB2D6-493B-CCC7-AA70-EB1D7EDD0161}"/>
              </a:ext>
            </a:extLst>
          </p:cNvPr>
          <p:cNvSpPr>
            <a:spLocks/>
          </p:cNvSpPr>
          <p:nvPr userDrawn="1"/>
        </p:nvSpPr>
        <p:spPr>
          <a:xfrm>
            <a:off x="-1" y="0"/>
            <a:ext cx="4059935" cy="6858000"/>
          </a:xfrm>
          <a:prstGeom prst="round1Rect">
            <a:avLst>
              <a:gd name="adj" fmla="val 7087"/>
            </a:avLst>
          </a:prstGeom>
          <a:solidFill>
            <a:schemeClr val="accent2"/>
          </a:solidFill>
          <a:ln>
            <a:noFill/>
          </a:ln>
          <a:effectLst>
            <a:outerShdw blurRad="381000" dist="254000" sx="95000" sy="9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E9FF73-8ABA-455B-B206-BF71E94E388A}"/>
              </a:ext>
            </a:extLst>
          </p:cNvPr>
          <p:cNvSpPr>
            <a:spLocks noGrp="1"/>
          </p:cNvSpPr>
          <p:nvPr>
            <p:ph type="title" hasCustomPrompt="1"/>
          </p:nvPr>
        </p:nvSpPr>
        <p:spPr bwMode="auto">
          <a:xfrm>
            <a:off x="548640" y="457200"/>
            <a:ext cx="2962021" cy="5943600"/>
          </a:xfrm>
        </p:spPr>
        <p:txBody>
          <a:bodyPr anchor="ctr">
            <a:noAutofit/>
          </a:bodyPr>
          <a:lstStyle>
            <a:lvl1pPr>
              <a:defRPr sz="3000">
                <a:solidFill>
                  <a:schemeClr val="bg1"/>
                </a:solidFill>
              </a:defRPr>
            </a:lvl1pPr>
          </a:lstStyle>
          <a:p>
            <a:r>
              <a:rPr lang="en-US"/>
              <a:t>Click to add title (Arial 30 pt)</a:t>
            </a:r>
          </a:p>
        </p:txBody>
      </p:sp>
      <p:sp>
        <p:nvSpPr>
          <p:cNvPr id="7" name="slidemaster_filename1">
            <a:extLst>
              <a:ext uri="{FF2B5EF4-FFF2-40B4-BE49-F238E27FC236}">
                <a16:creationId xmlns:a16="http://schemas.microsoft.com/office/drawing/2014/main" id="{06D4893B-A038-4B9E-9E85-18240FDD059A}"/>
              </a:ext>
            </a:extLst>
          </p:cNvPr>
          <p:cNvSpPr txBox="1">
            <a:spLocks/>
          </p:cNvSpPr>
          <p:nvPr userDrawn="1"/>
        </p:nvSpPr>
        <p:spPr bwMode="black">
          <a:xfrm>
            <a:off x="548639" y="6544205"/>
            <a:ext cx="3200400" cy="138499"/>
          </a:xfrm>
          <a:prstGeom prst="rect">
            <a:avLst/>
          </a:prstGeom>
        </p:spPr>
        <p:txBody>
          <a:bodyPr vert="horz" wrap="squar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l">
              <a:spcBef>
                <a:spcPts val="0"/>
              </a:spcBef>
            </a:pPr>
            <a:endParaRPr lang="en-US" sz="900">
              <a:solidFill>
                <a:srgbClr val="A3A1A8"/>
              </a:solidFill>
            </a:endParaRPr>
          </a:p>
        </p:txBody>
      </p:sp>
      <p:sp>
        <p:nvSpPr>
          <p:cNvPr id="3" name="Content Placeholder 2">
            <a:extLst>
              <a:ext uri="{FF2B5EF4-FFF2-40B4-BE49-F238E27FC236}">
                <a16:creationId xmlns:a16="http://schemas.microsoft.com/office/drawing/2014/main" id="{549F9862-8A37-4ECE-867E-B3B15568E599}"/>
              </a:ext>
            </a:extLst>
          </p:cNvPr>
          <p:cNvSpPr>
            <a:spLocks noGrp="1"/>
          </p:cNvSpPr>
          <p:nvPr>
            <p:ph idx="1" hasCustomPrompt="1"/>
          </p:nvPr>
        </p:nvSpPr>
        <p:spPr bwMode="auto">
          <a:xfrm>
            <a:off x="4608576" y="548640"/>
            <a:ext cx="2974214" cy="5760720"/>
          </a:xfrm>
        </p:spPr>
        <p:txBody>
          <a:bodyPr anchor="ctr"/>
          <a:lstStyle>
            <a:lvl1pPr>
              <a:defRPr sz="1800">
                <a:solidFill>
                  <a:schemeClr val="accent1"/>
                </a:solidFill>
              </a:defRPr>
            </a:lvl1pPr>
            <a:lvl2pPr>
              <a:buClrTx/>
              <a:defRPr sz="1800">
                <a:solidFill>
                  <a:schemeClr val="accent1"/>
                </a:solidFill>
              </a:defRPr>
            </a:lvl2pPr>
            <a:lvl3pPr>
              <a:defRPr sz="1800">
                <a:solidFill>
                  <a:schemeClr val="accent1"/>
                </a:solidFill>
              </a:defRPr>
            </a:lvl3pPr>
            <a:lvl4pPr>
              <a:defRPr sz="1800"/>
            </a:lvl4pPr>
            <a:lvl5pPr>
              <a:defRPr sz="1800"/>
            </a:lvl5pPr>
            <a:lvl6pPr>
              <a:defRPr sz="2000"/>
            </a:lvl6pPr>
            <a:lvl7pPr>
              <a:defRPr sz="2000"/>
            </a:lvl7pPr>
            <a:lvl8pPr>
              <a:defRPr sz="2000"/>
            </a:lvl8pPr>
            <a:lvl9pPr>
              <a:defRPr sz="2000"/>
            </a:lvl9pPr>
          </a:lstStyle>
          <a:p>
            <a:pPr lvl="0"/>
            <a:r>
              <a:rPr lang="en-US"/>
              <a:t>Click to add text (Arial 18 pt)</a:t>
            </a:r>
          </a:p>
          <a:p>
            <a:pPr lvl="1"/>
            <a:r>
              <a:rPr lang="en-US"/>
              <a:t>Second level</a:t>
            </a:r>
          </a:p>
          <a:p>
            <a:pPr lvl="2"/>
            <a:r>
              <a:rPr lang="en-US"/>
              <a:t>Third level</a:t>
            </a:r>
          </a:p>
        </p:txBody>
      </p:sp>
      <p:sp>
        <p:nvSpPr>
          <p:cNvPr id="12" name="Content Placeholder 11">
            <a:extLst>
              <a:ext uri="{FF2B5EF4-FFF2-40B4-BE49-F238E27FC236}">
                <a16:creationId xmlns:a16="http://schemas.microsoft.com/office/drawing/2014/main" id="{B7AB3370-CD3B-0276-1BD0-BA1CEFAF6B97}"/>
              </a:ext>
            </a:extLst>
          </p:cNvPr>
          <p:cNvSpPr>
            <a:spLocks noGrp="1"/>
          </p:cNvSpPr>
          <p:nvPr>
            <p:ph sz="quarter" idx="10" hasCustomPrompt="1"/>
          </p:nvPr>
        </p:nvSpPr>
        <p:spPr>
          <a:xfrm>
            <a:off x="8676135" y="549275"/>
            <a:ext cx="2971800" cy="5759450"/>
          </a:xfrm>
        </p:spPr>
        <p:txBody>
          <a:bodyPr anchor="ctr"/>
          <a:lstStyle/>
          <a:p>
            <a:pPr lvl="0"/>
            <a:r>
              <a:rPr lang="en-US"/>
              <a:t>Click to add text (Arial 18 pt)</a:t>
            </a:r>
          </a:p>
          <a:p>
            <a:pPr lvl="1"/>
            <a:r>
              <a:rPr lang="en-GB"/>
              <a:t>Second level</a:t>
            </a:r>
          </a:p>
          <a:p>
            <a:pPr lvl="2"/>
            <a:r>
              <a:rPr lang="en-GB"/>
              <a:t>Third level</a:t>
            </a:r>
          </a:p>
        </p:txBody>
      </p:sp>
    </p:spTree>
    <p:extLst>
      <p:ext uri="{BB962C8B-B14F-4D97-AF65-F5344CB8AC3E}">
        <p14:creationId xmlns:p14="http://schemas.microsoft.com/office/powerpoint/2010/main" val="2294529293"/>
      </p:ext>
    </p:extLst>
  </p:cSld>
  <p:clrMapOvr>
    <a:masterClrMapping/>
  </p:clrMapOvr>
  <p:extLst>
    <p:ext uri="{DCECCB84-F9BA-43D5-87BE-67443E8EF086}">
      <p15:sldGuideLst xmlns:p15="http://schemas.microsoft.com/office/powerpoint/2012/main">
        <p15:guide id="1" pos="2212" userDrawn="1">
          <p15:clr>
            <a:srgbClr val="FBAE40"/>
          </p15:clr>
        </p15:guide>
        <p15:guide id="2" pos="290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Key Capabilities 1">
    <p:bg>
      <p:bgRef idx="1001">
        <a:schemeClr val="bg1"/>
      </p:bgRef>
    </p:bg>
    <p:spTree>
      <p:nvGrpSpPr>
        <p:cNvPr id="1" name=""/>
        <p:cNvGrpSpPr/>
        <p:nvPr/>
      </p:nvGrpSpPr>
      <p:grpSpPr>
        <a:xfrm>
          <a:off x="0" y="0"/>
          <a:ext cx="0" cy="0"/>
          <a:chOff x="0" y="0"/>
          <a:chExt cx="0" cy="0"/>
        </a:xfrm>
      </p:grpSpPr>
      <p:sp>
        <p:nvSpPr>
          <p:cNvPr id="6" name="Round Single Corner Rectangle 6">
            <a:extLst>
              <a:ext uri="{FF2B5EF4-FFF2-40B4-BE49-F238E27FC236}">
                <a16:creationId xmlns:a16="http://schemas.microsoft.com/office/drawing/2014/main" id="{70527CA5-2766-38B1-150F-FFA89F02D2AC}"/>
              </a:ext>
            </a:extLst>
          </p:cNvPr>
          <p:cNvSpPr>
            <a:spLocks/>
          </p:cNvSpPr>
          <p:nvPr userDrawn="1"/>
        </p:nvSpPr>
        <p:spPr>
          <a:xfrm>
            <a:off x="8132068" y="0"/>
            <a:ext cx="4059935" cy="6858000"/>
          </a:xfrm>
          <a:prstGeom prst="round1Rect">
            <a:avLst>
              <a:gd name="adj" fmla="val 7087"/>
            </a:avLst>
          </a:prstGeom>
          <a:solidFill>
            <a:schemeClr val="bg1"/>
          </a:solidFill>
          <a:ln>
            <a:noFill/>
          </a:ln>
          <a:effectLst>
            <a:outerShdw blurRad="381000" dist="254000" sx="95000" sy="9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8" name="Round Single Corner Rectangle 6">
            <a:extLst>
              <a:ext uri="{FF2B5EF4-FFF2-40B4-BE49-F238E27FC236}">
                <a16:creationId xmlns:a16="http://schemas.microsoft.com/office/drawing/2014/main" id="{11A1B352-EF8E-05A8-4002-2B4BD5E6E305}"/>
              </a:ext>
            </a:extLst>
          </p:cNvPr>
          <p:cNvSpPr>
            <a:spLocks/>
          </p:cNvSpPr>
          <p:nvPr userDrawn="1"/>
        </p:nvSpPr>
        <p:spPr>
          <a:xfrm>
            <a:off x="4066032" y="0"/>
            <a:ext cx="4059935" cy="6858000"/>
          </a:xfrm>
          <a:prstGeom prst="round1Rect">
            <a:avLst>
              <a:gd name="adj" fmla="val 7087"/>
            </a:avLst>
          </a:prstGeom>
          <a:solidFill>
            <a:schemeClr val="bg1"/>
          </a:solidFill>
          <a:ln>
            <a:noFill/>
          </a:ln>
          <a:effectLst>
            <a:outerShdw blurRad="381000" dist="254000" sx="95000" sy="9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4" name="Picture Placeholder 13">
            <a:extLst>
              <a:ext uri="{FF2B5EF4-FFF2-40B4-BE49-F238E27FC236}">
                <a16:creationId xmlns:a16="http://schemas.microsoft.com/office/drawing/2014/main" id="{20AAD7D3-9AA9-F5A0-B59C-8C8FAA5421B5}"/>
              </a:ext>
            </a:extLst>
          </p:cNvPr>
          <p:cNvSpPr>
            <a:spLocks noGrp="1"/>
          </p:cNvSpPr>
          <p:nvPr>
            <p:ph type="pic" sz="quarter" idx="13"/>
          </p:nvPr>
        </p:nvSpPr>
        <p:spPr>
          <a:xfrm>
            <a:off x="-1588" y="0"/>
            <a:ext cx="4065588" cy="6858000"/>
          </a:xfrm>
          <a:prstGeom prst="round1Rect">
            <a:avLst>
              <a:gd name="adj" fmla="val 7543"/>
            </a:avLst>
          </a:prstGeom>
          <a:solidFill>
            <a:schemeClr val="bg1"/>
          </a:solidFill>
          <a:ln>
            <a:noFill/>
          </a:ln>
          <a:effectLst>
            <a:outerShdw blurRad="381000" dist="254000" sx="95000" sy="9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400">
                <a:solidFill>
                  <a:schemeClr val="lt1"/>
                </a:solidFill>
              </a:defRPr>
            </a:lvl1pPr>
          </a:lstStyle>
          <a:p>
            <a:pPr lvl="0" algn="ctr" fontAlgn="base">
              <a:spcBef>
                <a:spcPct val="20000"/>
              </a:spcBef>
              <a:spcAft>
                <a:spcPct val="0"/>
              </a:spcAft>
            </a:pPr>
            <a:endParaRPr lang="en-US"/>
          </a:p>
        </p:txBody>
      </p:sp>
      <p:sp>
        <p:nvSpPr>
          <p:cNvPr id="7" name="slidemaster_filename1">
            <a:extLst>
              <a:ext uri="{FF2B5EF4-FFF2-40B4-BE49-F238E27FC236}">
                <a16:creationId xmlns:a16="http://schemas.microsoft.com/office/drawing/2014/main" id="{06D4893B-A038-4B9E-9E85-18240FDD059A}"/>
              </a:ext>
            </a:extLst>
          </p:cNvPr>
          <p:cNvSpPr txBox="1">
            <a:spLocks/>
          </p:cNvSpPr>
          <p:nvPr userDrawn="1"/>
        </p:nvSpPr>
        <p:spPr bwMode="black">
          <a:xfrm>
            <a:off x="548639" y="6544205"/>
            <a:ext cx="3200400" cy="138499"/>
          </a:xfrm>
          <a:prstGeom prst="rect">
            <a:avLst/>
          </a:prstGeom>
        </p:spPr>
        <p:txBody>
          <a:bodyPr vert="horz" wrap="squar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l">
              <a:spcBef>
                <a:spcPts val="0"/>
              </a:spcBef>
            </a:pPr>
            <a:endParaRPr lang="en-US" sz="900">
              <a:solidFill>
                <a:srgbClr val="A3A1A8"/>
              </a:solidFill>
            </a:endParaRPr>
          </a:p>
        </p:txBody>
      </p:sp>
      <p:sp>
        <p:nvSpPr>
          <p:cNvPr id="3" name="Content Placeholder 2">
            <a:extLst>
              <a:ext uri="{FF2B5EF4-FFF2-40B4-BE49-F238E27FC236}">
                <a16:creationId xmlns:a16="http://schemas.microsoft.com/office/drawing/2014/main" id="{549F9862-8A37-4ECE-867E-B3B15568E599}"/>
              </a:ext>
            </a:extLst>
          </p:cNvPr>
          <p:cNvSpPr>
            <a:spLocks noGrp="1"/>
          </p:cNvSpPr>
          <p:nvPr>
            <p:ph idx="1" hasCustomPrompt="1"/>
          </p:nvPr>
        </p:nvSpPr>
        <p:spPr bwMode="auto">
          <a:xfrm>
            <a:off x="4608576" y="1348263"/>
            <a:ext cx="2971800" cy="4960462"/>
          </a:xfrm>
        </p:spPr>
        <p:txBody>
          <a:bodyPr anchor="t"/>
          <a:lstStyle>
            <a:lvl1pPr>
              <a:defRPr sz="1800">
                <a:solidFill>
                  <a:schemeClr val="accent1"/>
                </a:solidFill>
              </a:defRPr>
            </a:lvl1pPr>
            <a:lvl2pPr>
              <a:buClrTx/>
              <a:defRPr sz="1800">
                <a:solidFill>
                  <a:schemeClr val="accent1"/>
                </a:solidFill>
              </a:defRPr>
            </a:lvl2pPr>
            <a:lvl3pPr>
              <a:defRPr sz="1800">
                <a:solidFill>
                  <a:schemeClr val="accent1"/>
                </a:solidFill>
              </a:defRPr>
            </a:lvl3pPr>
            <a:lvl4pPr>
              <a:defRPr sz="1800"/>
            </a:lvl4pPr>
            <a:lvl5pPr>
              <a:defRPr sz="1800"/>
            </a:lvl5pPr>
            <a:lvl6pPr>
              <a:defRPr sz="2000"/>
            </a:lvl6pPr>
            <a:lvl7pPr>
              <a:defRPr sz="2000"/>
            </a:lvl7pPr>
            <a:lvl8pPr>
              <a:defRPr sz="2000"/>
            </a:lvl8pPr>
            <a:lvl9pPr>
              <a:defRPr sz="2000"/>
            </a:lvl9pPr>
          </a:lstStyle>
          <a:p>
            <a:pPr lvl="0"/>
            <a:r>
              <a:rPr lang="en-US"/>
              <a:t>Click to add text (Arial 18 pt)</a:t>
            </a:r>
          </a:p>
          <a:p>
            <a:pPr lvl="1"/>
            <a:r>
              <a:rPr lang="en-US"/>
              <a:t>Second level</a:t>
            </a:r>
          </a:p>
          <a:p>
            <a:pPr lvl="2"/>
            <a:r>
              <a:rPr lang="en-US"/>
              <a:t>Third level</a:t>
            </a:r>
          </a:p>
        </p:txBody>
      </p:sp>
      <p:sp>
        <p:nvSpPr>
          <p:cNvPr id="12" name="Content Placeholder 11">
            <a:extLst>
              <a:ext uri="{FF2B5EF4-FFF2-40B4-BE49-F238E27FC236}">
                <a16:creationId xmlns:a16="http://schemas.microsoft.com/office/drawing/2014/main" id="{B7AB3370-CD3B-0276-1BD0-BA1CEFAF6B97}"/>
              </a:ext>
            </a:extLst>
          </p:cNvPr>
          <p:cNvSpPr>
            <a:spLocks noGrp="1"/>
          </p:cNvSpPr>
          <p:nvPr>
            <p:ph sz="quarter" idx="10" hasCustomPrompt="1"/>
          </p:nvPr>
        </p:nvSpPr>
        <p:spPr>
          <a:xfrm>
            <a:off x="8667881" y="1348263"/>
            <a:ext cx="2971800" cy="4960462"/>
          </a:xfrm>
        </p:spPr>
        <p:txBody>
          <a:bodyPr anchor="t"/>
          <a:lstStyle/>
          <a:p>
            <a:pPr lvl="0"/>
            <a:r>
              <a:rPr lang="en-US"/>
              <a:t>Click to add text (Arial 18 pt)</a:t>
            </a:r>
          </a:p>
          <a:p>
            <a:pPr lvl="1"/>
            <a:r>
              <a:rPr lang="en-GB"/>
              <a:t>Second level</a:t>
            </a:r>
          </a:p>
          <a:p>
            <a:pPr lvl="2"/>
            <a:r>
              <a:rPr lang="en-GB"/>
              <a:t>Third level</a:t>
            </a:r>
          </a:p>
        </p:txBody>
      </p:sp>
      <p:sp>
        <p:nvSpPr>
          <p:cNvPr id="4" name="Text Placeholder 3">
            <a:extLst>
              <a:ext uri="{FF2B5EF4-FFF2-40B4-BE49-F238E27FC236}">
                <a16:creationId xmlns:a16="http://schemas.microsoft.com/office/drawing/2014/main" id="{AD2E2039-25E8-E1ED-E591-DD1B511E066B}"/>
              </a:ext>
            </a:extLst>
          </p:cNvPr>
          <p:cNvSpPr>
            <a:spLocks noGrp="1"/>
          </p:cNvSpPr>
          <p:nvPr>
            <p:ph type="body" sz="quarter" idx="11" hasCustomPrompt="1"/>
          </p:nvPr>
        </p:nvSpPr>
        <p:spPr bwMode="auto">
          <a:xfrm>
            <a:off x="4608576" y="549275"/>
            <a:ext cx="2971800" cy="658368"/>
          </a:xfrm>
          <a:noFill/>
          <a:effectLst/>
        </p:spPr>
        <p:txBody>
          <a:bodyPr lIns="0" bIns="0" anchor="t"/>
          <a:lstStyle>
            <a:lvl1pPr>
              <a:spcBef>
                <a:spcPts val="0"/>
              </a:spcBef>
              <a:defRPr sz="2000" b="1">
                <a:solidFill>
                  <a:schemeClr val="accent2"/>
                </a:solidFill>
              </a:defRPr>
            </a:lvl1pPr>
          </a:lstStyle>
          <a:p>
            <a:pPr lvl="0"/>
            <a:r>
              <a:rPr lang="en-US"/>
              <a:t>Click to add text</a:t>
            </a:r>
            <a:br>
              <a:rPr lang="en-US"/>
            </a:br>
            <a:r>
              <a:rPr lang="en-US"/>
              <a:t>(Arial 20 pt)</a:t>
            </a:r>
          </a:p>
        </p:txBody>
      </p:sp>
      <p:sp>
        <p:nvSpPr>
          <p:cNvPr id="5" name="Text Placeholder 7">
            <a:extLst>
              <a:ext uri="{FF2B5EF4-FFF2-40B4-BE49-F238E27FC236}">
                <a16:creationId xmlns:a16="http://schemas.microsoft.com/office/drawing/2014/main" id="{8AD62300-7CCD-8C2A-44E4-E607CAF25309}"/>
              </a:ext>
            </a:extLst>
          </p:cNvPr>
          <p:cNvSpPr>
            <a:spLocks noGrp="1"/>
          </p:cNvSpPr>
          <p:nvPr>
            <p:ph type="body" sz="quarter" idx="12" hasCustomPrompt="1"/>
          </p:nvPr>
        </p:nvSpPr>
        <p:spPr bwMode="auto">
          <a:xfrm>
            <a:off x="8670925" y="549275"/>
            <a:ext cx="2971800" cy="658368"/>
          </a:xfrm>
          <a:noFill/>
          <a:effectLst/>
        </p:spPr>
        <p:txBody>
          <a:bodyPr lIns="0" bIns="0" anchor="t"/>
          <a:lstStyle>
            <a:lvl1pPr>
              <a:spcBef>
                <a:spcPts val="0"/>
              </a:spcBef>
              <a:defRPr sz="2000" b="1">
                <a:solidFill>
                  <a:schemeClr val="accent4"/>
                </a:solidFill>
              </a:defRPr>
            </a:lvl1pPr>
          </a:lstStyle>
          <a:p>
            <a:pPr lvl="0"/>
            <a:r>
              <a:rPr lang="en-US"/>
              <a:t>Click to add text</a:t>
            </a:r>
            <a:br>
              <a:rPr lang="en-US"/>
            </a:br>
            <a:r>
              <a:rPr lang="en-US"/>
              <a:t>(Arial 20 pt)</a:t>
            </a:r>
          </a:p>
        </p:txBody>
      </p:sp>
      <p:sp>
        <p:nvSpPr>
          <p:cNvPr id="19" name="Title 18">
            <a:extLst>
              <a:ext uri="{FF2B5EF4-FFF2-40B4-BE49-F238E27FC236}">
                <a16:creationId xmlns:a16="http://schemas.microsoft.com/office/drawing/2014/main" id="{0E53566E-199C-DD64-8FFC-72A0634F89B5}"/>
              </a:ext>
            </a:extLst>
          </p:cNvPr>
          <p:cNvSpPr>
            <a:spLocks noGrp="1"/>
          </p:cNvSpPr>
          <p:nvPr>
            <p:ph type="title" hasCustomPrompt="1"/>
          </p:nvPr>
        </p:nvSpPr>
        <p:spPr>
          <a:xfrm>
            <a:off x="549275" y="3716215"/>
            <a:ext cx="2962275" cy="2684586"/>
          </a:xfrm>
        </p:spPr>
        <p:txBody>
          <a:bodyPr anchor="b"/>
          <a:lstStyle/>
          <a:p>
            <a:pPr fontAlgn="auto">
              <a:spcAft>
                <a:spcPts val="0"/>
              </a:spcAft>
            </a:pPr>
            <a:r>
              <a:rPr lang="en-US"/>
              <a:t>Click to add title (Arial 30 pt)</a:t>
            </a:r>
          </a:p>
        </p:txBody>
      </p:sp>
    </p:spTree>
    <p:extLst>
      <p:ext uri="{BB962C8B-B14F-4D97-AF65-F5344CB8AC3E}">
        <p14:creationId xmlns:p14="http://schemas.microsoft.com/office/powerpoint/2010/main" val="2464867120"/>
      </p:ext>
    </p:extLst>
  </p:cSld>
  <p:clrMapOvr>
    <a:masterClrMapping/>
  </p:clrMapOvr>
  <p:extLst>
    <p:ext uri="{DCECCB84-F9BA-43D5-87BE-67443E8EF086}">
      <p15:sldGuideLst xmlns:p15="http://schemas.microsoft.com/office/powerpoint/2012/main">
        <p15:guide id="1" pos="2212" userDrawn="1">
          <p15:clr>
            <a:srgbClr val="FBAE40"/>
          </p15:clr>
        </p15:guide>
        <p15:guide id="2" pos="2902"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ey Capabilities 2">
    <p:bg>
      <p:bgRef idx="1001">
        <a:schemeClr val="bg1"/>
      </p:bgRef>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20AAD7D3-9AA9-F5A0-B59C-8C8FAA5421B5}"/>
              </a:ext>
            </a:extLst>
          </p:cNvPr>
          <p:cNvSpPr>
            <a:spLocks noGrp="1"/>
          </p:cNvSpPr>
          <p:nvPr>
            <p:ph type="pic" sz="quarter" idx="13"/>
          </p:nvPr>
        </p:nvSpPr>
        <p:spPr>
          <a:xfrm>
            <a:off x="-1588" y="0"/>
            <a:ext cx="4065588" cy="6858000"/>
          </a:xfrm>
          <a:prstGeom prst="round1Rect">
            <a:avLst>
              <a:gd name="adj" fmla="val 7543"/>
            </a:avLst>
          </a:prstGeom>
          <a:solidFill>
            <a:schemeClr val="bg1"/>
          </a:solidFill>
          <a:ln>
            <a:noFill/>
          </a:ln>
          <a:effectLst>
            <a:outerShdw blurRad="381000" dist="254000" sx="95000" sy="9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defRPr lang="en-US" sz="1400">
                <a:solidFill>
                  <a:schemeClr val="lt1"/>
                </a:solidFill>
              </a:defRPr>
            </a:lvl1pPr>
          </a:lstStyle>
          <a:p>
            <a:pPr lvl="0" algn="ctr" fontAlgn="base">
              <a:spcBef>
                <a:spcPct val="20000"/>
              </a:spcBef>
              <a:spcAft>
                <a:spcPct val="0"/>
              </a:spcAft>
            </a:pPr>
            <a:endParaRPr lang="en-US"/>
          </a:p>
        </p:txBody>
      </p:sp>
      <p:sp>
        <p:nvSpPr>
          <p:cNvPr id="7" name="slidemaster_filename1">
            <a:extLst>
              <a:ext uri="{FF2B5EF4-FFF2-40B4-BE49-F238E27FC236}">
                <a16:creationId xmlns:a16="http://schemas.microsoft.com/office/drawing/2014/main" id="{06D4893B-A038-4B9E-9E85-18240FDD059A}"/>
              </a:ext>
            </a:extLst>
          </p:cNvPr>
          <p:cNvSpPr txBox="1">
            <a:spLocks/>
          </p:cNvSpPr>
          <p:nvPr userDrawn="1"/>
        </p:nvSpPr>
        <p:spPr bwMode="black">
          <a:xfrm>
            <a:off x="548639" y="6544205"/>
            <a:ext cx="3200400" cy="138499"/>
          </a:xfrm>
          <a:prstGeom prst="rect">
            <a:avLst/>
          </a:prstGeom>
        </p:spPr>
        <p:txBody>
          <a:bodyPr vert="horz" wrap="squar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l">
              <a:spcBef>
                <a:spcPts val="0"/>
              </a:spcBef>
            </a:pPr>
            <a:endParaRPr lang="en-US" sz="900">
              <a:solidFill>
                <a:srgbClr val="A3A1A8"/>
              </a:solidFill>
            </a:endParaRPr>
          </a:p>
        </p:txBody>
      </p:sp>
      <p:sp>
        <p:nvSpPr>
          <p:cNvPr id="3" name="Content Placeholder 2">
            <a:extLst>
              <a:ext uri="{FF2B5EF4-FFF2-40B4-BE49-F238E27FC236}">
                <a16:creationId xmlns:a16="http://schemas.microsoft.com/office/drawing/2014/main" id="{549F9862-8A37-4ECE-867E-B3B15568E599}"/>
              </a:ext>
            </a:extLst>
          </p:cNvPr>
          <p:cNvSpPr>
            <a:spLocks noGrp="1"/>
          </p:cNvSpPr>
          <p:nvPr>
            <p:ph idx="1" hasCustomPrompt="1"/>
          </p:nvPr>
        </p:nvSpPr>
        <p:spPr bwMode="auto">
          <a:xfrm>
            <a:off x="4608575" y="2097436"/>
            <a:ext cx="7031735" cy="1463040"/>
          </a:xfrm>
        </p:spPr>
        <p:txBody>
          <a:bodyPr anchor="t"/>
          <a:lstStyle>
            <a:lvl1pPr>
              <a:defRPr sz="1800">
                <a:solidFill>
                  <a:schemeClr val="accent1"/>
                </a:solidFill>
              </a:defRPr>
            </a:lvl1pPr>
            <a:lvl2pPr>
              <a:buClrTx/>
              <a:defRPr sz="1800">
                <a:solidFill>
                  <a:schemeClr val="accent1"/>
                </a:solidFill>
              </a:defRPr>
            </a:lvl2pPr>
            <a:lvl3pPr>
              <a:defRPr sz="1800">
                <a:solidFill>
                  <a:schemeClr val="accent1"/>
                </a:solidFill>
              </a:defRPr>
            </a:lvl3pPr>
            <a:lvl4pPr>
              <a:defRPr sz="1800"/>
            </a:lvl4pPr>
            <a:lvl5pPr>
              <a:defRPr sz="1800"/>
            </a:lvl5pPr>
            <a:lvl6pPr>
              <a:defRPr sz="2000"/>
            </a:lvl6pPr>
            <a:lvl7pPr>
              <a:defRPr sz="2000"/>
            </a:lvl7pPr>
            <a:lvl8pPr>
              <a:defRPr sz="2000"/>
            </a:lvl8pPr>
            <a:lvl9pPr>
              <a:defRPr sz="2000"/>
            </a:lvl9pPr>
          </a:lstStyle>
          <a:p>
            <a:pPr lvl="0"/>
            <a:r>
              <a:rPr lang="en-US"/>
              <a:t>Click to add text (Arial 18 pt)</a:t>
            </a:r>
          </a:p>
          <a:p>
            <a:pPr lvl="1"/>
            <a:r>
              <a:rPr lang="en-US"/>
              <a:t>Second level</a:t>
            </a:r>
          </a:p>
          <a:p>
            <a:pPr lvl="2"/>
            <a:r>
              <a:rPr lang="en-US"/>
              <a:t>Third level</a:t>
            </a:r>
          </a:p>
        </p:txBody>
      </p:sp>
      <p:sp>
        <p:nvSpPr>
          <p:cNvPr id="12" name="Content Placeholder 11">
            <a:extLst>
              <a:ext uri="{FF2B5EF4-FFF2-40B4-BE49-F238E27FC236}">
                <a16:creationId xmlns:a16="http://schemas.microsoft.com/office/drawing/2014/main" id="{B7AB3370-CD3B-0276-1BD0-BA1CEFAF6B97}"/>
              </a:ext>
            </a:extLst>
          </p:cNvPr>
          <p:cNvSpPr>
            <a:spLocks noGrp="1"/>
          </p:cNvSpPr>
          <p:nvPr>
            <p:ph sz="quarter" idx="10" hasCustomPrompt="1"/>
          </p:nvPr>
        </p:nvSpPr>
        <p:spPr>
          <a:xfrm>
            <a:off x="4621907" y="4845685"/>
            <a:ext cx="7026028" cy="1463040"/>
          </a:xfrm>
        </p:spPr>
        <p:txBody>
          <a:bodyPr anchor="t"/>
          <a:lstStyle/>
          <a:p>
            <a:pPr lvl="0"/>
            <a:r>
              <a:rPr lang="en-US"/>
              <a:t>Click to add text (Arial 18 pt)</a:t>
            </a:r>
          </a:p>
          <a:p>
            <a:pPr lvl="1"/>
            <a:r>
              <a:rPr lang="en-GB"/>
              <a:t>Second level</a:t>
            </a:r>
          </a:p>
          <a:p>
            <a:pPr lvl="2"/>
            <a:r>
              <a:rPr lang="en-GB"/>
              <a:t>Third level</a:t>
            </a:r>
          </a:p>
        </p:txBody>
      </p:sp>
      <p:sp>
        <p:nvSpPr>
          <p:cNvPr id="4" name="Text Placeholder 3">
            <a:extLst>
              <a:ext uri="{FF2B5EF4-FFF2-40B4-BE49-F238E27FC236}">
                <a16:creationId xmlns:a16="http://schemas.microsoft.com/office/drawing/2014/main" id="{AD2E2039-25E8-E1ED-E591-DD1B511E066B}"/>
              </a:ext>
            </a:extLst>
          </p:cNvPr>
          <p:cNvSpPr>
            <a:spLocks noGrp="1"/>
          </p:cNvSpPr>
          <p:nvPr>
            <p:ph type="body" sz="quarter" idx="11" hasCustomPrompt="1"/>
          </p:nvPr>
        </p:nvSpPr>
        <p:spPr bwMode="auto">
          <a:xfrm>
            <a:off x="4608576" y="1298448"/>
            <a:ext cx="7026028" cy="658368"/>
          </a:xfrm>
          <a:noFill/>
          <a:effectLst/>
        </p:spPr>
        <p:txBody>
          <a:bodyPr lIns="0" bIns="0" anchor="b"/>
          <a:lstStyle>
            <a:lvl1pPr>
              <a:spcBef>
                <a:spcPts val="0"/>
              </a:spcBef>
              <a:defRPr sz="2000" b="1">
                <a:solidFill>
                  <a:schemeClr val="accent2"/>
                </a:solidFill>
              </a:defRPr>
            </a:lvl1pPr>
          </a:lstStyle>
          <a:p>
            <a:pPr lvl="0"/>
            <a:r>
              <a:rPr lang="en-US"/>
              <a:t>Click to add text</a:t>
            </a:r>
            <a:br>
              <a:rPr lang="en-US"/>
            </a:br>
            <a:r>
              <a:rPr lang="en-US"/>
              <a:t>(Arial 20 pt)</a:t>
            </a:r>
          </a:p>
        </p:txBody>
      </p:sp>
      <p:sp>
        <p:nvSpPr>
          <p:cNvPr id="5" name="Text Placeholder 7">
            <a:extLst>
              <a:ext uri="{FF2B5EF4-FFF2-40B4-BE49-F238E27FC236}">
                <a16:creationId xmlns:a16="http://schemas.microsoft.com/office/drawing/2014/main" id="{8AD62300-7CCD-8C2A-44E4-E607CAF25309}"/>
              </a:ext>
            </a:extLst>
          </p:cNvPr>
          <p:cNvSpPr>
            <a:spLocks noGrp="1"/>
          </p:cNvSpPr>
          <p:nvPr>
            <p:ph type="body" sz="quarter" idx="12" hasCustomPrompt="1"/>
          </p:nvPr>
        </p:nvSpPr>
        <p:spPr bwMode="auto">
          <a:xfrm>
            <a:off x="4624951" y="4046272"/>
            <a:ext cx="7026028" cy="658368"/>
          </a:xfrm>
          <a:noFill/>
          <a:effectLst/>
        </p:spPr>
        <p:txBody>
          <a:bodyPr lIns="0" bIns="0" anchor="b"/>
          <a:lstStyle>
            <a:lvl1pPr>
              <a:spcBef>
                <a:spcPts val="0"/>
              </a:spcBef>
              <a:defRPr sz="2000" b="1">
                <a:solidFill>
                  <a:schemeClr val="accent4"/>
                </a:solidFill>
              </a:defRPr>
            </a:lvl1pPr>
          </a:lstStyle>
          <a:p>
            <a:pPr lvl="0"/>
            <a:r>
              <a:rPr lang="en-US"/>
              <a:t>Click to add text</a:t>
            </a:r>
            <a:br>
              <a:rPr lang="en-US"/>
            </a:br>
            <a:r>
              <a:rPr lang="en-US"/>
              <a:t>(Arial 20 pt)</a:t>
            </a:r>
          </a:p>
        </p:txBody>
      </p:sp>
      <p:sp>
        <p:nvSpPr>
          <p:cNvPr id="19" name="Title 18">
            <a:extLst>
              <a:ext uri="{FF2B5EF4-FFF2-40B4-BE49-F238E27FC236}">
                <a16:creationId xmlns:a16="http://schemas.microsoft.com/office/drawing/2014/main" id="{0E53566E-199C-DD64-8FFC-72A0634F89B5}"/>
              </a:ext>
            </a:extLst>
          </p:cNvPr>
          <p:cNvSpPr>
            <a:spLocks noGrp="1"/>
          </p:cNvSpPr>
          <p:nvPr>
            <p:ph type="title"/>
          </p:nvPr>
        </p:nvSpPr>
        <p:spPr>
          <a:xfrm>
            <a:off x="4606924" y="457200"/>
            <a:ext cx="7033387" cy="461665"/>
          </a:xfrm>
        </p:spPr>
        <p:txBody>
          <a:bodyPr/>
          <a:lstStyle/>
          <a:p>
            <a:r>
              <a:rPr lang="en-GB"/>
              <a:t>Click to edit Master title style</a:t>
            </a:r>
            <a:endParaRPr lang="en-US"/>
          </a:p>
        </p:txBody>
      </p:sp>
    </p:spTree>
    <p:extLst>
      <p:ext uri="{BB962C8B-B14F-4D97-AF65-F5344CB8AC3E}">
        <p14:creationId xmlns:p14="http://schemas.microsoft.com/office/powerpoint/2010/main" val="713068842"/>
      </p:ext>
    </p:extLst>
  </p:cSld>
  <p:clrMapOvr>
    <a:masterClrMapping/>
  </p:clrMapOvr>
  <p:extLst>
    <p:ext uri="{DCECCB84-F9BA-43D5-87BE-67443E8EF086}">
      <p15:sldGuideLst xmlns:p15="http://schemas.microsoft.com/office/powerpoint/2012/main">
        <p15:guide id="1" pos="2212" userDrawn="1">
          <p15:clr>
            <a:srgbClr val="FBAE40"/>
          </p15:clr>
        </p15:guide>
        <p15:guide id="2" pos="290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ne Third LHS Teal">
    <p:bg>
      <p:bgRef idx="1001">
        <a:schemeClr val="bg1"/>
      </p:bgRef>
    </p:bg>
    <p:spTree>
      <p:nvGrpSpPr>
        <p:cNvPr id="1" name=""/>
        <p:cNvGrpSpPr/>
        <p:nvPr/>
      </p:nvGrpSpPr>
      <p:grpSpPr>
        <a:xfrm>
          <a:off x="0" y="0"/>
          <a:ext cx="0" cy="0"/>
          <a:chOff x="0" y="0"/>
          <a:chExt cx="0" cy="0"/>
        </a:xfrm>
      </p:grpSpPr>
      <p:sp>
        <p:nvSpPr>
          <p:cNvPr id="6" name="Round Single Corner Rectangle 6">
            <a:extLst>
              <a:ext uri="{FF2B5EF4-FFF2-40B4-BE49-F238E27FC236}">
                <a16:creationId xmlns:a16="http://schemas.microsoft.com/office/drawing/2014/main" id="{836EB2D6-493B-CCC7-AA70-EB1D7EDD0161}"/>
              </a:ext>
            </a:extLst>
          </p:cNvPr>
          <p:cNvSpPr>
            <a:spLocks/>
          </p:cNvSpPr>
          <p:nvPr userDrawn="1"/>
        </p:nvSpPr>
        <p:spPr>
          <a:xfrm>
            <a:off x="-1" y="0"/>
            <a:ext cx="4059935" cy="6858000"/>
          </a:xfrm>
          <a:prstGeom prst="round1Rect">
            <a:avLst>
              <a:gd name="adj" fmla="val 7087"/>
            </a:avLst>
          </a:prstGeom>
          <a:solidFill>
            <a:schemeClr val="accent2"/>
          </a:solidFill>
          <a:ln>
            <a:noFill/>
          </a:ln>
          <a:effectLst>
            <a:outerShdw blurRad="381000" dist="254000" sx="95000" sy="9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E9FF73-8ABA-455B-B206-BF71E94E388A}"/>
              </a:ext>
            </a:extLst>
          </p:cNvPr>
          <p:cNvSpPr>
            <a:spLocks noGrp="1"/>
          </p:cNvSpPr>
          <p:nvPr>
            <p:ph type="title" hasCustomPrompt="1"/>
          </p:nvPr>
        </p:nvSpPr>
        <p:spPr bwMode="auto">
          <a:xfrm>
            <a:off x="548640" y="457200"/>
            <a:ext cx="2962021" cy="5943600"/>
          </a:xfrm>
        </p:spPr>
        <p:txBody>
          <a:bodyPr anchor="ctr">
            <a:noAutofit/>
          </a:bodyPr>
          <a:lstStyle>
            <a:lvl1pPr>
              <a:defRPr sz="3000">
                <a:solidFill>
                  <a:schemeClr val="bg1"/>
                </a:solidFill>
              </a:defRPr>
            </a:lvl1pPr>
          </a:lstStyle>
          <a:p>
            <a:r>
              <a:rPr lang="en-US"/>
              <a:t>Click to add title (Arial 30 pt)</a:t>
            </a:r>
          </a:p>
        </p:txBody>
      </p:sp>
      <p:sp>
        <p:nvSpPr>
          <p:cNvPr id="7" name="slidemaster_filename1">
            <a:extLst>
              <a:ext uri="{FF2B5EF4-FFF2-40B4-BE49-F238E27FC236}">
                <a16:creationId xmlns:a16="http://schemas.microsoft.com/office/drawing/2014/main" id="{06D4893B-A038-4B9E-9E85-18240FDD059A}"/>
              </a:ext>
            </a:extLst>
          </p:cNvPr>
          <p:cNvSpPr txBox="1">
            <a:spLocks/>
          </p:cNvSpPr>
          <p:nvPr userDrawn="1"/>
        </p:nvSpPr>
        <p:spPr bwMode="black">
          <a:xfrm>
            <a:off x="548639" y="6544205"/>
            <a:ext cx="3200400" cy="138499"/>
          </a:xfrm>
          <a:prstGeom prst="rect">
            <a:avLst/>
          </a:prstGeom>
        </p:spPr>
        <p:txBody>
          <a:bodyPr vert="horz" wrap="squar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l">
              <a:spcBef>
                <a:spcPts val="0"/>
              </a:spcBef>
            </a:pPr>
            <a:endParaRPr lang="en-US" sz="900">
              <a:solidFill>
                <a:srgbClr val="A3A1A8"/>
              </a:solidFill>
            </a:endParaRPr>
          </a:p>
        </p:txBody>
      </p:sp>
      <p:sp>
        <p:nvSpPr>
          <p:cNvPr id="3" name="Content Placeholder 2">
            <a:extLst>
              <a:ext uri="{FF2B5EF4-FFF2-40B4-BE49-F238E27FC236}">
                <a16:creationId xmlns:a16="http://schemas.microsoft.com/office/drawing/2014/main" id="{549F9862-8A37-4ECE-867E-B3B15568E599}"/>
              </a:ext>
            </a:extLst>
          </p:cNvPr>
          <p:cNvSpPr>
            <a:spLocks noGrp="1"/>
          </p:cNvSpPr>
          <p:nvPr>
            <p:ph idx="1" hasCustomPrompt="1"/>
          </p:nvPr>
        </p:nvSpPr>
        <p:spPr bwMode="auto">
          <a:xfrm>
            <a:off x="4608575" y="548640"/>
            <a:ext cx="7034149" cy="5760720"/>
          </a:xfrm>
        </p:spPr>
        <p:txBody>
          <a:bodyPr anchor="ctr"/>
          <a:lstStyle>
            <a:lvl1pPr>
              <a:defRPr sz="1800">
                <a:solidFill>
                  <a:schemeClr val="accent1"/>
                </a:solidFill>
              </a:defRPr>
            </a:lvl1pPr>
            <a:lvl2pPr>
              <a:buClrTx/>
              <a:defRPr sz="1800">
                <a:solidFill>
                  <a:schemeClr val="accent1"/>
                </a:solidFill>
              </a:defRPr>
            </a:lvl2pPr>
            <a:lvl3pPr>
              <a:defRPr sz="1800">
                <a:solidFill>
                  <a:schemeClr val="accent1"/>
                </a:solidFill>
              </a:defRPr>
            </a:lvl3pPr>
            <a:lvl4pPr>
              <a:defRPr sz="1800"/>
            </a:lvl4pPr>
            <a:lvl5pPr>
              <a:defRPr sz="1800"/>
            </a:lvl5pPr>
            <a:lvl6pPr>
              <a:defRPr sz="2000"/>
            </a:lvl6pPr>
            <a:lvl7pPr>
              <a:defRPr sz="2000"/>
            </a:lvl7pPr>
            <a:lvl8pPr>
              <a:defRPr sz="2000"/>
            </a:lvl8pPr>
            <a:lvl9pPr>
              <a:defRPr sz="2000"/>
            </a:lvl9pPr>
          </a:lstStyle>
          <a:p>
            <a:pPr lvl="0"/>
            <a:r>
              <a:rPr lang="en-US"/>
              <a:t>Click to add text (Arial 18 pt)</a:t>
            </a:r>
          </a:p>
          <a:p>
            <a:pPr lvl="1"/>
            <a:r>
              <a:rPr lang="en-US"/>
              <a:t>Second level</a:t>
            </a:r>
          </a:p>
          <a:p>
            <a:pPr lvl="2"/>
            <a:r>
              <a:rPr lang="en-US"/>
              <a:t>Third level</a:t>
            </a:r>
          </a:p>
        </p:txBody>
      </p:sp>
    </p:spTree>
    <p:extLst>
      <p:ext uri="{BB962C8B-B14F-4D97-AF65-F5344CB8AC3E}">
        <p14:creationId xmlns:p14="http://schemas.microsoft.com/office/powerpoint/2010/main" val="439860850"/>
      </p:ext>
    </p:extLst>
  </p:cSld>
  <p:clrMapOvr>
    <a:masterClrMapping/>
  </p:clrMapOvr>
  <p:extLst>
    <p:ext uri="{DCECCB84-F9BA-43D5-87BE-67443E8EF086}">
      <p15:sldGuideLst xmlns:p15="http://schemas.microsoft.com/office/powerpoint/2012/main">
        <p15:guide id="1" pos="2212" userDrawn="1">
          <p15:clr>
            <a:srgbClr val="FBAE40"/>
          </p15:clr>
        </p15:guide>
        <p15:guide id="2" pos="290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ne Third LHS Light">
    <p:spTree>
      <p:nvGrpSpPr>
        <p:cNvPr id="1" name=""/>
        <p:cNvGrpSpPr/>
        <p:nvPr/>
      </p:nvGrpSpPr>
      <p:grpSpPr>
        <a:xfrm>
          <a:off x="0" y="0"/>
          <a:ext cx="0" cy="0"/>
          <a:chOff x="0" y="0"/>
          <a:chExt cx="0" cy="0"/>
        </a:xfrm>
      </p:grpSpPr>
      <p:sp>
        <p:nvSpPr>
          <p:cNvPr id="5" name="Round Single Corner Rectangle 6">
            <a:extLst>
              <a:ext uri="{FF2B5EF4-FFF2-40B4-BE49-F238E27FC236}">
                <a16:creationId xmlns:a16="http://schemas.microsoft.com/office/drawing/2014/main" id="{00B4D2F8-7A2D-F3D6-05AF-B01274BF51B6}"/>
              </a:ext>
            </a:extLst>
          </p:cNvPr>
          <p:cNvSpPr>
            <a:spLocks/>
          </p:cNvSpPr>
          <p:nvPr userDrawn="1"/>
        </p:nvSpPr>
        <p:spPr>
          <a:xfrm>
            <a:off x="-1" y="0"/>
            <a:ext cx="4059935" cy="6858000"/>
          </a:xfrm>
          <a:prstGeom prst="round1Rect">
            <a:avLst>
              <a:gd name="adj" fmla="val 7087"/>
            </a:avLst>
          </a:prstGeom>
          <a:solidFill>
            <a:srgbClr val="F4F3F3"/>
          </a:solidFill>
          <a:ln>
            <a:noFill/>
          </a:ln>
          <a:effectLst>
            <a:outerShdw blurRad="381000" dist="254000" sx="95000" sy="9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E9FF73-8ABA-455B-B206-BF71E94E388A}"/>
              </a:ext>
            </a:extLst>
          </p:cNvPr>
          <p:cNvSpPr>
            <a:spLocks noGrp="1"/>
          </p:cNvSpPr>
          <p:nvPr>
            <p:ph type="title" hasCustomPrompt="1"/>
          </p:nvPr>
        </p:nvSpPr>
        <p:spPr bwMode="auto">
          <a:xfrm>
            <a:off x="548640" y="457200"/>
            <a:ext cx="2962021" cy="5943600"/>
          </a:xfrm>
        </p:spPr>
        <p:txBody>
          <a:bodyPr anchor="ctr">
            <a:noAutofit/>
          </a:bodyPr>
          <a:lstStyle>
            <a:lvl1pPr>
              <a:defRPr sz="3000">
                <a:solidFill>
                  <a:schemeClr val="accent1"/>
                </a:solidFill>
              </a:defRPr>
            </a:lvl1pPr>
          </a:lstStyle>
          <a:p>
            <a:r>
              <a:rPr lang="en-US"/>
              <a:t>Click to add title (Arial 30 pt)</a:t>
            </a:r>
          </a:p>
        </p:txBody>
      </p:sp>
      <p:sp>
        <p:nvSpPr>
          <p:cNvPr id="3" name="Content Placeholder 2">
            <a:extLst>
              <a:ext uri="{FF2B5EF4-FFF2-40B4-BE49-F238E27FC236}">
                <a16:creationId xmlns:a16="http://schemas.microsoft.com/office/drawing/2014/main" id="{549F9862-8A37-4ECE-867E-B3B15568E599}"/>
              </a:ext>
            </a:extLst>
          </p:cNvPr>
          <p:cNvSpPr>
            <a:spLocks noGrp="1"/>
          </p:cNvSpPr>
          <p:nvPr>
            <p:ph idx="1" hasCustomPrompt="1"/>
          </p:nvPr>
        </p:nvSpPr>
        <p:spPr bwMode="auto">
          <a:xfrm>
            <a:off x="4608575" y="548640"/>
            <a:ext cx="7034149" cy="5760720"/>
          </a:xfrm>
        </p:spPr>
        <p:txBody>
          <a:bodyPr anchor="ctr"/>
          <a:lstStyle>
            <a:lvl1pPr>
              <a:defRPr sz="1800">
                <a:solidFill>
                  <a:schemeClr val="accent1"/>
                </a:solidFill>
              </a:defRPr>
            </a:lvl1pPr>
            <a:lvl2pPr>
              <a:defRPr sz="1800">
                <a:solidFill>
                  <a:schemeClr val="accent1"/>
                </a:solidFill>
              </a:defRPr>
            </a:lvl2pPr>
            <a:lvl3pPr>
              <a:defRPr sz="1800">
                <a:solidFill>
                  <a:schemeClr val="accent1"/>
                </a:solidFill>
              </a:defRPr>
            </a:lvl3pPr>
            <a:lvl4pPr>
              <a:defRPr sz="1800"/>
            </a:lvl4pPr>
            <a:lvl5pPr>
              <a:defRPr sz="1800"/>
            </a:lvl5pPr>
            <a:lvl6pPr>
              <a:defRPr sz="2000"/>
            </a:lvl6pPr>
            <a:lvl7pPr>
              <a:defRPr sz="2000"/>
            </a:lvl7pPr>
            <a:lvl8pPr>
              <a:defRPr sz="2000"/>
            </a:lvl8pPr>
            <a:lvl9pPr>
              <a:defRPr sz="2000"/>
            </a:lvl9pPr>
          </a:lstStyle>
          <a:p>
            <a:pPr lvl="0"/>
            <a:r>
              <a:rPr lang="en-US"/>
              <a:t>Click to add text (Arial 18 pt)</a:t>
            </a:r>
          </a:p>
          <a:p>
            <a:pPr lvl="1"/>
            <a:r>
              <a:rPr lang="en-US"/>
              <a:t>Second level</a:t>
            </a:r>
          </a:p>
          <a:p>
            <a:pPr lvl="2"/>
            <a:r>
              <a:rPr lang="en-US"/>
              <a:t>Third level</a:t>
            </a:r>
          </a:p>
        </p:txBody>
      </p:sp>
      <p:sp>
        <p:nvSpPr>
          <p:cNvPr id="9" name="slidemaster_filename2">
            <a:extLst>
              <a:ext uri="{FF2B5EF4-FFF2-40B4-BE49-F238E27FC236}">
                <a16:creationId xmlns:a16="http://schemas.microsoft.com/office/drawing/2014/main" id="{5ECBAB0E-06DC-40D5-A402-652460194265}"/>
              </a:ext>
            </a:extLst>
          </p:cNvPr>
          <p:cNvSpPr txBox="1">
            <a:spLocks/>
          </p:cNvSpPr>
          <p:nvPr userDrawn="1"/>
        </p:nvSpPr>
        <p:spPr bwMode="black">
          <a:xfrm>
            <a:off x="548639" y="6544205"/>
            <a:ext cx="3200400" cy="138499"/>
          </a:xfrm>
          <a:prstGeom prst="rect">
            <a:avLst/>
          </a:prstGeom>
        </p:spPr>
        <p:txBody>
          <a:bodyPr vert="horz" wrap="squar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l">
              <a:spcBef>
                <a:spcPts val="0"/>
              </a:spcBef>
            </a:pPr>
            <a:endParaRPr lang="en-US" sz="900">
              <a:solidFill>
                <a:srgbClr val="A3A1A8"/>
              </a:solidFill>
            </a:endParaRPr>
          </a:p>
        </p:txBody>
      </p:sp>
    </p:spTree>
    <p:extLst>
      <p:ext uri="{BB962C8B-B14F-4D97-AF65-F5344CB8AC3E}">
        <p14:creationId xmlns:p14="http://schemas.microsoft.com/office/powerpoint/2010/main" val="2354804736"/>
      </p:ext>
    </p:extLst>
  </p:cSld>
  <p:clrMapOvr>
    <a:masterClrMapping/>
  </p:clrMapOvr>
  <p:extLst>
    <p:ext uri="{DCECCB84-F9BA-43D5-87BE-67443E8EF086}">
      <p15:sldGuideLst xmlns:p15="http://schemas.microsoft.com/office/powerpoint/2012/main">
        <p15:guide id="1" pos="2212">
          <p15:clr>
            <a:srgbClr val="FBAE40"/>
          </p15:clr>
        </p15:guide>
        <p15:guide id="2" pos="290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 Third RHS Teal">
    <p:bg>
      <p:bgRef idx="1001">
        <a:schemeClr val="bg1"/>
      </p:bgRef>
    </p:bg>
    <p:spTree>
      <p:nvGrpSpPr>
        <p:cNvPr id="1" name=""/>
        <p:cNvGrpSpPr/>
        <p:nvPr/>
      </p:nvGrpSpPr>
      <p:grpSpPr>
        <a:xfrm>
          <a:off x="0" y="0"/>
          <a:ext cx="0" cy="0"/>
          <a:chOff x="0" y="0"/>
          <a:chExt cx="0" cy="0"/>
        </a:xfrm>
      </p:grpSpPr>
      <p:sp>
        <p:nvSpPr>
          <p:cNvPr id="4" name="Round Single Corner Rectangle 6">
            <a:extLst>
              <a:ext uri="{FF2B5EF4-FFF2-40B4-BE49-F238E27FC236}">
                <a16:creationId xmlns:a16="http://schemas.microsoft.com/office/drawing/2014/main" id="{62167561-DFA3-32F6-6566-108D5F25D5A7}"/>
              </a:ext>
            </a:extLst>
          </p:cNvPr>
          <p:cNvSpPr>
            <a:spLocks/>
          </p:cNvSpPr>
          <p:nvPr userDrawn="1"/>
        </p:nvSpPr>
        <p:spPr>
          <a:xfrm flipH="1">
            <a:off x="8132065" y="0"/>
            <a:ext cx="4059935" cy="6858000"/>
          </a:xfrm>
          <a:prstGeom prst="round1Rect">
            <a:avLst>
              <a:gd name="adj" fmla="val 7087"/>
            </a:avLst>
          </a:prstGeom>
          <a:solidFill>
            <a:schemeClr val="accent2"/>
          </a:solidFill>
          <a:ln>
            <a:noFill/>
          </a:ln>
          <a:effectLst>
            <a:outerShdw blurRad="381000" dist="254000" dir="5880000" sx="95000" sy="9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E3E86EA2-03CB-4305-BC47-BED1CA837500}"/>
              </a:ext>
            </a:extLst>
          </p:cNvPr>
          <p:cNvSpPr>
            <a:spLocks noGrp="1"/>
          </p:cNvSpPr>
          <p:nvPr>
            <p:ph type="title" hasCustomPrompt="1"/>
          </p:nvPr>
        </p:nvSpPr>
        <p:spPr bwMode="auto">
          <a:xfrm>
            <a:off x="548640" y="457200"/>
            <a:ext cx="7033260" cy="461665"/>
          </a:xfrm>
        </p:spPr>
        <p:txBody>
          <a:bodyPr/>
          <a:lstStyle>
            <a:lvl1pPr>
              <a:defRPr>
                <a:solidFill>
                  <a:schemeClr val="accent1"/>
                </a:solidFill>
              </a:defRPr>
            </a:lvl1pPr>
          </a:lstStyle>
          <a:p>
            <a:r>
              <a:rPr lang="en-US"/>
              <a:t>Click to add title (Arial 30 pt)</a:t>
            </a:r>
          </a:p>
        </p:txBody>
      </p:sp>
      <p:sp>
        <p:nvSpPr>
          <p:cNvPr id="11" name="Text Placeholder 9">
            <a:extLst>
              <a:ext uri="{FF2B5EF4-FFF2-40B4-BE49-F238E27FC236}">
                <a16:creationId xmlns:a16="http://schemas.microsoft.com/office/drawing/2014/main" id="{E82F80EE-CEBC-442F-B7BC-7B9042599D16}"/>
              </a:ext>
            </a:extLst>
          </p:cNvPr>
          <p:cNvSpPr>
            <a:spLocks noGrp="1"/>
          </p:cNvSpPr>
          <p:nvPr>
            <p:ph type="body" sz="quarter" idx="10" hasCustomPrompt="1"/>
          </p:nvPr>
        </p:nvSpPr>
        <p:spPr bwMode="auto">
          <a:xfrm>
            <a:off x="8680450" y="1856232"/>
            <a:ext cx="2962275" cy="3145536"/>
          </a:xfrm>
        </p:spPr>
        <p:txBody>
          <a:bodyPr anchor="ctr"/>
          <a:lstStyle>
            <a:lvl1pPr>
              <a:defRPr b="1">
                <a:solidFill>
                  <a:schemeClr val="bg1"/>
                </a:solidFill>
              </a:defRPr>
            </a:lvl1pPr>
            <a:lvl2pPr>
              <a:buClrTx/>
              <a:defRPr>
                <a:solidFill>
                  <a:schemeClr val="bg1"/>
                </a:solidFill>
              </a:defRPr>
            </a:lvl2pPr>
            <a:lvl3pPr>
              <a:buClrTx/>
              <a:defRPr>
                <a:solidFill>
                  <a:schemeClr val="bg1"/>
                </a:solidFill>
              </a:defRPr>
            </a:lvl3pPr>
            <a:lvl4pPr marL="1371600" indent="0">
              <a:buNone/>
              <a:defRPr>
                <a:solidFill>
                  <a:schemeClr val="bg2"/>
                </a:solidFill>
              </a:defRPr>
            </a:lvl4pPr>
            <a:lvl5pPr>
              <a:defRPr>
                <a:solidFill>
                  <a:schemeClr val="bg2"/>
                </a:solidFill>
              </a:defRPr>
            </a:lvl5pPr>
          </a:lstStyle>
          <a:p>
            <a:pPr lvl="0"/>
            <a:r>
              <a:rPr lang="en-US"/>
              <a:t>Click to add text (Arial 18 pt)</a:t>
            </a:r>
          </a:p>
        </p:txBody>
      </p:sp>
      <p:sp>
        <p:nvSpPr>
          <p:cNvPr id="10" name="slidemaster_copyright1">
            <a:extLst>
              <a:ext uri="{FF2B5EF4-FFF2-40B4-BE49-F238E27FC236}">
                <a16:creationId xmlns:a16="http://schemas.microsoft.com/office/drawing/2014/main" id="{E07AE106-793C-439E-99C1-53F2732C29B2}"/>
              </a:ext>
            </a:extLst>
          </p:cNvPr>
          <p:cNvSpPr txBox="1">
            <a:spLocks/>
          </p:cNvSpPr>
          <p:nvPr userDrawn="1"/>
        </p:nvSpPr>
        <p:spPr bwMode="black">
          <a:xfrm>
            <a:off x="9917130" y="6544205"/>
            <a:ext cx="1256754" cy="138499"/>
          </a:xfrm>
          <a:prstGeom prst="rect">
            <a:avLst/>
          </a:prstGeom>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r">
              <a:spcBef>
                <a:spcPts val="0"/>
              </a:spcBef>
            </a:pPr>
            <a:r>
              <a:rPr lang="en-US" sz="900">
                <a:solidFill>
                  <a:srgbClr val="F4F3F3"/>
                </a:solidFill>
              </a:rPr>
              <a:t>© 2026 ZS | Confidential</a:t>
            </a:r>
          </a:p>
        </p:txBody>
      </p:sp>
      <p:sp>
        <p:nvSpPr>
          <p:cNvPr id="13" name="Footer Placeholder 4">
            <a:extLst>
              <a:ext uri="{FF2B5EF4-FFF2-40B4-BE49-F238E27FC236}">
                <a16:creationId xmlns:a16="http://schemas.microsoft.com/office/drawing/2014/main" id="{8A4D403D-2BBB-4A52-8BF7-8FEAAA96BD8A}"/>
              </a:ext>
            </a:extLst>
          </p:cNvPr>
          <p:cNvSpPr txBox="1">
            <a:spLocks/>
          </p:cNvSpPr>
          <p:nvPr userDrawn="1"/>
        </p:nvSpPr>
        <p:spPr bwMode="auto">
          <a:xfrm>
            <a:off x="11499248" y="6544205"/>
            <a:ext cx="141064" cy="138499"/>
          </a:xfrm>
          <a:prstGeom prst="rect">
            <a:avLst/>
          </a:prstGeom>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ctr">
              <a:spcBef>
                <a:spcPts val="0"/>
              </a:spcBef>
            </a:pPr>
            <a:fld id="{DA07F8F6-7554-49F2-A940-4760BCDD8FCA}" type="slidenum">
              <a:rPr lang="en-US" sz="900" smtClean="0">
                <a:solidFill>
                  <a:srgbClr val="F4F3F3"/>
                </a:solidFill>
              </a:rPr>
              <a:pPr algn="ctr">
                <a:spcBef>
                  <a:spcPts val="0"/>
                </a:spcBef>
              </a:pPr>
              <a:t>‹#›</a:t>
            </a:fld>
            <a:endParaRPr lang="en-US" sz="900">
              <a:solidFill>
                <a:srgbClr val="F4F3F3"/>
              </a:solidFill>
            </a:endParaRPr>
          </a:p>
        </p:txBody>
      </p:sp>
      <p:sp>
        <p:nvSpPr>
          <p:cNvPr id="3" name="Content Placeholder 2">
            <a:extLst>
              <a:ext uri="{FF2B5EF4-FFF2-40B4-BE49-F238E27FC236}">
                <a16:creationId xmlns:a16="http://schemas.microsoft.com/office/drawing/2014/main" id="{8176912B-0044-45A5-82EA-7216E1638CA4}"/>
              </a:ext>
            </a:extLst>
          </p:cNvPr>
          <p:cNvSpPr>
            <a:spLocks noGrp="1"/>
          </p:cNvSpPr>
          <p:nvPr>
            <p:ph sz="quarter" idx="11" hasCustomPrompt="1"/>
          </p:nvPr>
        </p:nvSpPr>
        <p:spPr>
          <a:xfrm>
            <a:off x="548640" y="1856232"/>
            <a:ext cx="7033260" cy="4453128"/>
          </a:xfrm>
        </p:spPr>
        <p:txBody>
          <a:bodyPr>
            <a:noAutofit/>
          </a:bodyPr>
          <a:lstStyle>
            <a:lvl1pPr marL="0" indent="0" algn="l">
              <a:lnSpc>
                <a:spcPct val="100000"/>
              </a:lnSpc>
              <a:spcBef>
                <a:spcPts val="1500"/>
              </a:spcBef>
              <a:spcAft>
                <a:spcPts val="0"/>
              </a:spcAft>
              <a:buFontTx/>
              <a:buNone/>
              <a:defRPr b="0" i="0" u="none" strike="noStrike" cap="none" spc="0" normalizeH="0" baseline="0">
                <a:solidFill>
                  <a:schemeClr val="accent1"/>
                </a:solidFill>
                <a:latin typeface="Arial" panose="020B0604020202020204" pitchFamily="34" charset="0"/>
              </a:defRPr>
            </a:lvl1pPr>
            <a:lvl2pPr marL="228600" indent="-228600" algn="l">
              <a:lnSpc>
                <a:spcPct val="100000"/>
              </a:lnSpc>
              <a:spcBef>
                <a:spcPts val="600"/>
              </a:spcBef>
              <a:spcAft>
                <a:spcPts val="0"/>
              </a:spcAft>
              <a:buClrTx/>
              <a:buSzPct val="100000"/>
              <a:buFont typeface="Wingdings 2" panose="05020102010507070707" pitchFamily="18" charset="2"/>
              <a:buChar char=""/>
              <a:defRPr i="0" u="none" strike="noStrike" cap="none" spc="0" normalizeH="0" baseline="0">
                <a:solidFill>
                  <a:schemeClr val="accent1"/>
                </a:solidFill>
                <a:latin typeface="Arial" panose="020B0604020202020204" pitchFamily="34" charset="0"/>
              </a:defRPr>
            </a:lvl2pPr>
            <a:lvl3pPr marL="457200" indent="-228600" algn="l">
              <a:lnSpc>
                <a:spcPct val="100000"/>
              </a:lnSpc>
              <a:spcBef>
                <a:spcPts val="600"/>
              </a:spcBef>
              <a:spcAft>
                <a:spcPts val="0"/>
              </a:spcAft>
              <a:buClrTx/>
              <a:buSzPct val="100000"/>
              <a:buFont typeface="Arial" panose="020B0604020202020204" pitchFamily="34" charset="0"/>
              <a:buChar char="–"/>
              <a:defRPr i="0" u="none" strike="noStrike" cap="none" spc="0" normalizeH="0" baseline="0">
                <a:solidFill>
                  <a:schemeClr val="accent1"/>
                </a:solidFill>
                <a:latin typeface="Arial" panose="020B0604020202020204" pitchFamily="34" charset="0"/>
              </a:defRPr>
            </a:lvl3pPr>
          </a:lstStyle>
          <a:p>
            <a:pPr lvl="0"/>
            <a:r>
              <a:rPr lang="en-US"/>
              <a:t>Click to add text (Arial 18 pt)</a:t>
            </a:r>
          </a:p>
          <a:p>
            <a:pPr lvl="1"/>
            <a:r>
              <a:rPr lang="en-US"/>
              <a:t>Second level</a:t>
            </a:r>
          </a:p>
          <a:p>
            <a:pPr lvl="2"/>
            <a:r>
              <a:rPr lang="en-US"/>
              <a:t>Third level</a:t>
            </a:r>
          </a:p>
        </p:txBody>
      </p:sp>
    </p:spTree>
    <p:extLst>
      <p:ext uri="{BB962C8B-B14F-4D97-AF65-F5344CB8AC3E}">
        <p14:creationId xmlns:p14="http://schemas.microsoft.com/office/powerpoint/2010/main" val="2919940996"/>
      </p:ext>
    </p:extLst>
  </p:cSld>
  <p:clrMapOvr>
    <a:masterClrMapping/>
  </p:clrMapOvr>
  <p:extLst>
    <p:ext uri="{DCECCB84-F9BA-43D5-87BE-67443E8EF086}">
      <p15:sldGuideLst xmlns:p15="http://schemas.microsoft.com/office/powerpoint/2012/main">
        <p15:guide id="1" orient="horz" pos="1170" userDrawn="1">
          <p15:clr>
            <a:srgbClr val="FBAE40"/>
          </p15:clr>
        </p15:guide>
        <p15:guide id="3" pos="4776" userDrawn="1">
          <p15:clr>
            <a:srgbClr val="FBAE40"/>
          </p15:clr>
        </p15:guide>
        <p15:guide id="4" pos="5468"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One Third RHS Light">
    <p:spTree>
      <p:nvGrpSpPr>
        <p:cNvPr id="1" name=""/>
        <p:cNvGrpSpPr/>
        <p:nvPr/>
      </p:nvGrpSpPr>
      <p:grpSpPr>
        <a:xfrm>
          <a:off x="0" y="0"/>
          <a:ext cx="0" cy="0"/>
          <a:chOff x="0" y="0"/>
          <a:chExt cx="0" cy="0"/>
        </a:xfrm>
      </p:grpSpPr>
      <p:sp>
        <p:nvSpPr>
          <p:cNvPr id="2" name="Round Single Corner Rectangle 6">
            <a:extLst>
              <a:ext uri="{FF2B5EF4-FFF2-40B4-BE49-F238E27FC236}">
                <a16:creationId xmlns:a16="http://schemas.microsoft.com/office/drawing/2014/main" id="{316063E6-A65B-A8BE-0307-A575BB3A27F2}"/>
              </a:ext>
            </a:extLst>
          </p:cNvPr>
          <p:cNvSpPr>
            <a:spLocks/>
          </p:cNvSpPr>
          <p:nvPr userDrawn="1"/>
        </p:nvSpPr>
        <p:spPr>
          <a:xfrm flipH="1">
            <a:off x="8132065" y="0"/>
            <a:ext cx="4059935" cy="6858000"/>
          </a:xfrm>
          <a:prstGeom prst="round1Rect">
            <a:avLst>
              <a:gd name="adj" fmla="val 7087"/>
            </a:avLst>
          </a:prstGeom>
          <a:solidFill>
            <a:srgbClr val="F4F3F3"/>
          </a:solidFill>
          <a:ln>
            <a:noFill/>
          </a:ln>
          <a:effectLst>
            <a:outerShdw blurRad="381000" dist="254000" dir="5880000" sx="95000" sy="9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E3E86EA2-03CB-4305-BC47-BED1CA837500}"/>
              </a:ext>
            </a:extLst>
          </p:cNvPr>
          <p:cNvSpPr>
            <a:spLocks noGrp="1"/>
          </p:cNvSpPr>
          <p:nvPr>
            <p:ph type="title" hasCustomPrompt="1"/>
          </p:nvPr>
        </p:nvSpPr>
        <p:spPr bwMode="auto">
          <a:xfrm>
            <a:off x="548640" y="457200"/>
            <a:ext cx="7033260" cy="461665"/>
          </a:xfrm>
        </p:spPr>
        <p:txBody>
          <a:bodyPr/>
          <a:lstStyle>
            <a:lvl1pPr>
              <a:defRPr>
                <a:solidFill>
                  <a:schemeClr val="accent1"/>
                </a:solidFill>
              </a:defRPr>
            </a:lvl1pPr>
          </a:lstStyle>
          <a:p>
            <a:r>
              <a:rPr lang="en-US"/>
              <a:t>Click to add title (Arial 30 pt)</a:t>
            </a:r>
          </a:p>
        </p:txBody>
      </p:sp>
      <p:sp>
        <p:nvSpPr>
          <p:cNvPr id="11" name="Text Placeholder 9">
            <a:extLst>
              <a:ext uri="{FF2B5EF4-FFF2-40B4-BE49-F238E27FC236}">
                <a16:creationId xmlns:a16="http://schemas.microsoft.com/office/drawing/2014/main" id="{E82F80EE-CEBC-442F-B7BC-7B9042599D16}"/>
              </a:ext>
            </a:extLst>
          </p:cNvPr>
          <p:cNvSpPr>
            <a:spLocks noGrp="1"/>
          </p:cNvSpPr>
          <p:nvPr>
            <p:ph type="body" sz="quarter" idx="10" hasCustomPrompt="1"/>
          </p:nvPr>
        </p:nvSpPr>
        <p:spPr bwMode="auto">
          <a:xfrm>
            <a:off x="8680450" y="1856232"/>
            <a:ext cx="2962275" cy="3145536"/>
          </a:xfrm>
        </p:spPr>
        <p:txBody>
          <a:bodyPr anchor="ctr"/>
          <a:lstStyle>
            <a:lvl1pPr>
              <a:defRPr b="1">
                <a:solidFill>
                  <a:schemeClr val="accent1"/>
                </a:solidFill>
              </a:defRPr>
            </a:lvl1pPr>
            <a:lvl2pPr>
              <a:buClrTx/>
              <a:defRPr>
                <a:solidFill>
                  <a:schemeClr val="accent1"/>
                </a:solidFill>
              </a:defRPr>
            </a:lvl2pPr>
            <a:lvl3pPr>
              <a:buClrTx/>
              <a:defRPr>
                <a:solidFill>
                  <a:schemeClr val="accent1"/>
                </a:solidFill>
              </a:defRPr>
            </a:lvl3pPr>
            <a:lvl4pPr marL="1371600" indent="0">
              <a:buNone/>
              <a:defRPr>
                <a:solidFill>
                  <a:schemeClr val="bg2"/>
                </a:solidFill>
              </a:defRPr>
            </a:lvl4pPr>
            <a:lvl5pPr>
              <a:defRPr>
                <a:solidFill>
                  <a:schemeClr val="bg2"/>
                </a:solidFill>
              </a:defRPr>
            </a:lvl5pPr>
          </a:lstStyle>
          <a:p>
            <a:pPr lvl="0"/>
            <a:r>
              <a:rPr lang="en-US"/>
              <a:t>Click to add text (Arial 18 </a:t>
            </a:r>
            <a:r>
              <a:rPr lang="en-US" err="1"/>
              <a:t>pt</a:t>
            </a:r>
            <a:r>
              <a:rPr lang="en-US"/>
              <a:t>)</a:t>
            </a:r>
          </a:p>
        </p:txBody>
      </p:sp>
      <p:sp>
        <p:nvSpPr>
          <p:cNvPr id="10" name="slidemaster_copyright2">
            <a:extLst>
              <a:ext uri="{FF2B5EF4-FFF2-40B4-BE49-F238E27FC236}">
                <a16:creationId xmlns:a16="http://schemas.microsoft.com/office/drawing/2014/main" id="{50726B51-94B7-4DB5-B23A-BF6997C3CA5B}"/>
              </a:ext>
            </a:extLst>
          </p:cNvPr>
          <p:cNvSpPr txBox="1">
            <a:spLocks/>
          </p:cNvSpPr>
          <p:nvPr userDrawn="1"/>
        </p:nvSpPr>
        <p:spPr bwMode="black">
          <a:xfrm>
            <a:off x="9917130" y="6544205"/>
            <a:ext cx="1256754" cy="138499"/>
          </a:xfrm>
          <a:prstGeom prst="rect">
            <a:avLst/>
          </a:prstGeom>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r">
              <a:spcBef>
                <a:spcPts val="0"/>
              </a:spcBef>
            </a:pPr>
            <a:r>
              <a:rPr lang="en-US" sz="900">
                <a:solidFill>
                  <a:srgbClr val="A3A1A8"/>
                </a:solidFill>
              </a:rPr>
              <a:t>© 2026 ZS | Confidential</a:t>
            </a:r>
          </a:p>
        </p:txBody>
      </p:sp>
      <p:sp>
        <p:nvSpPr>
          <p:cNvPr id="13" name="Footer Placeholder 4">
            <a:extLst>
              <a:ext uri="{FF2B5EF4-FFF2-40B4-BE49-F238E27FC236}">
                <a16:creationId xmlns:a16="http://schemas.microsoft.com/office/drawing/2014/main" id="{39E87E40-A7B9-4507-8366-FDB1488CF747}"/>
              </a:ext>
            </a:extLst>
          </p:cNvPr>
          <p:cNvSpPr txBox="1">
            <a:spLocks/>
          </p:cNvSpPr>
          <p:nvPr userDrawn="1"/>
        </p:nvSpPr>
        <p:spPr bwMode="auto">
          <a:xfrm>
            <a:off x="11499248" y="6544205"/>
            <a:ext cx="141064" cy="138499"/>
          </a:xfrm>
          <a:prstGeom prst="rect">
            <a:avLst/>
          </a:prstGeom>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ctr">
              <a:spcBef>
                <a:spcPts val="0"/>
              </a:spcBef>
            </a:pPr>
            <a:fld id="{DA07F8F6-7554-49F2-A940-4760BCDD8FCA}" type="slidenum">
              <a:rPr lang="en-US" sz="900" smtClean="0">
                <a:solidFill>
                  <a:srgbClr val="A3A1A8"/>
                </a:solidFill>
              </a:rPr>
              <a:pPr algn="ctr">
                <a:spcBef>
                  <a:spcPts val="0"/>
                </a:spcBef>
              </a:pPr>
              <a:t>‹#›</a:t>
            </a:fld>
            <a:endParaRPr lang="en-US" sz="900">
              <a:solidFill>
                <a:srgbClr val="A3A1A8"/>
              </a:solidFill>
            </a:endParaRPr>
          </a:p>
        </p:txBody>
      </p:sp>
      <p:sp>
        <p:nvSpPr>
          <p:cNvPr id="3" name="Content Placeholder 2">
            <a:extLst>
              <a:ext uri="{FF2B5EF4-FFF2-40B4-BE49-F238E27FC236}">
                <a16:creationId xmlns:a16="http://schemas.microsoft.com/office/drawing/2014/main" id="{8312F6A7-9F61-4869-87DE-CC94F3570C3D}"/>
              </a:ext>
            </a:extLst>
          </p:cNvPr>
          <p:cNvSpPr>
            <a:spLocks noGrp="1"/>
          </p:cNvSpPr>
          <p:nvPr>
            <p:ph sz="quarter" idx="11" hasCustomPrompt="1"/>
          </p:nvPr>
        </p:nvSpPr>
        <p:spPr>
          <a:xfrm>
            <a:off x="548640" y="1856232"/>
            <a:ext cx="7033260" cy="4453128"/>
          </a:xfrm>
        </p:spPr>
        <p:txBody>
          <a:bodyPr>
            <a:noAutofit/>
          </a:bodyPr>
          <a:lstStyle>
            <a:lvl1pPr marL="0" indent="0" algn="l">
              <a:lnSpc>
                <a:spcPct val="100000"/>
              </a:lnSpc>
              <a:spcBef>
                <a:spcPts val="1500"/>
              </a:spcBef>
              <a:spcAft>
                <a:spcPts val="0"/>
              </a:spcAft>
              <a:buFontTx/>
              <a:buNone/>
              <a:defRPr b="0" i="0" u="none" strike="noStrike" cap="none" spc="0" normalizeH="0" baseline="0">
                <a:solidFill>
                  <a:schemeClr val="accent1"/>
                </a:solidFill>
                <a:latin typeface="Arial" panose="020B0604020202020204" pitchFamily="34" charset="0"/>
              </a:defRPr>
            </a:lvl1pPr>
            <a:lvl2pPr marL="228600" indent="-228600" algn="l">
              <a:lnSpc>
                <a:spcPct val="100000"/>
              </a:lnSpc>
              <a:spcBef>
                <a:spcPts val="600"/>
              </a:spcBef>
              <a:spcAft>
                <a:spcPts val="0"/>
              </a:spcAft>
              <a:buClrTx/>
              <a:buSzPct val="100000"/>
              <a:buFont typeface="Wingdings 2" panose="05020102010507070707" pitchFamily="18" charset="2"/>
              <a:buChar char=""/>
              <a:defRPr i="0" u="none" strike="noStrike" cap="none" spc="0" normalizeH="0" baseline="0">
                <a:solidFill>
                  <a:schemeClr val="accent1"/>
                </a:solidFill>
                <a:latin typeface="Arial" panose="020B0604020202020204" pitchFamily="34" charset="0"/>
              </a:defRPr>
            </a:lvl2pPr>
            <a:lvl3pPr marL="457200" indent="-228600" algn="l">
              <a:lnSpc>
                <a:spcPct val="100000"/>
              </a:lnSpc>
              <a:spcBef>
                <a:spcPts val="600"/>
              </a:spcBef>
              <a:spcAft>
                <a:spcPts val="0"/>
              </a:spcAft>
              <a:buClrTx/>
              <a:buSzPct val="100000"/>
              <a:buFont typeface="Arial" panose="020B0604020202020204" pitchFamily="34" charset="0"/>
              <a:buChar char="–"/>
              <a:defRPr i="0" u="none" strike="noStrike" cap="none" spc="0" normalizeH="0" baseline="0">
                <a:solidFill>
                  <a:schemeClr val="accent1"/>
                </a:solidFill>
                <a:latin typeface="Arial" panose="020B0604020202020204" pitchFamily="34" charset="0"/>
              </a:defRPr>
            </a:lvl3pPr>
          </a:lstStyle>
          <a:p>
            <a:pPr lvl="0"/>
            <a:r>
              <a:rPr lang="en-US"/>
              <a:t>Click to add text (Arial 18 pt)</a:t>
            </a:r>
          </a:p>
          <a:p>
            <a:pPr lvl="1"/>
            <a:r>
              <a:rPr lang="en-US"/>
              <a:t>Second level</a:t>
            </a:r>
          </a:p>
          <a:p>
            <a:pPr lvl="2"/>
            <a:r>
              <a:rPr lang="en-US"/>
              <a:t>Third level</a:t>
            </a:r>
          </a:p>
        </p:txBody>
      </p:sp>
    </p:spTree>
    <p:extLst>
      <p:ext uri="{BB962C8B-B14F-4D97-AF65-F5344CB8AC3E}">
        <p14:creationId xmlns:p14="http://schemas.microsoft.com/office/powerpoint/2010/main" val="2706362111"/>
      </p:ext>
    </p:extLst>
  </p:cSld>
  <p:clrMapOvr>
    <a:masterClrMapping/>
  </p:clrMapOvr>
  <p:extLst>
    <p:ext uri="{DCECCB84-F9BA-43D5-87BE-67443E8EF086}">
      <p15:sldGuideLst xmlns:p15="http://schemas.microsoft.com/office/powerpoint/2012/main">
        <p15:guide id="1" orient="horz" pos="1170" userDrawn="1">
          <p15:clr>
            <a:srgbClr val="FBAE40"/>
          </p15:clr>
        </p15:guide>
        <p15:guide id="3" pos="4776">
          <p15:clr>
            <a:srgbClr val="FBAE40"/>
          </p15:clr>
        </p15:guide>
        <p15:guide id="4" pos="546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Half Image Dark">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75A7A4-EB70-4AAB-8858-3433F1E5EA6C}"/>
              </a:ext>
            </a:extLst>
          </p:cNvPr>
          <p:cNvSpPr>
            <a:spLocks noGrp="1"/>
          </p:cNvSpPr>
          <p:nvPr>
            <p:ph type="pic" idx="1" hasCustomPrompt="1"/>
          </p:nvPr>
        </p:nvSpPr>
        <p:spPr bwMode="gray">
          <a:xfrm>
            <a:off x="6095998" y="1"/>
            <a:ext cx="6095999" cy="6857999"/>
          </a:xfrm>
        </p:spPr>
        <p:txBody>
          <a:bodyPr anchor="ctr"/>
          <a:lstStyle>
            <a:lvl1pPr marL="0" indent="0" algn="ctr">
              <a:buNone/>
              <a:defRPr sz="18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br>
              <a:rPr lang="en-US"/>
            </a:br>
            <a:br>
              <a:rPr lang="en-US"/>
            </a:br>
            <a:r>
              <a:rPr lang="en-US"/>
              <a:t>Click icon to add picture</a:t>
            </a:r>
          </a:p>
        </p:txBody>
      </p:sp>
      <p:sp>
        <p:nvSpPr>
          <p:cNvPr id="8" name="Rectangle 7">
            <a:extLst>
              <a:ext uri="{FF2B5EF4-FFF2-40B4-BE49-F238E27FC236}">
                <a16:creationId xmlns:a16="http://schemas.microsoft.com/office/drawing/2014/main" id="{A92B8C15-30C5-44CC-A416-DAF1BBB744EC}"/>
              </a:ext>
            </a:extLst>
          </p:cNvPr>
          <p:cNvSpPr/>
          <p:nvPr userDrawn="1"/>
        </p:nvSpPr>
        <p:spPr bwMode="white">
          <a:xfrm>
            <a:off x="0" y="0"/>
            <a:ext cx="6095999" cy="6858000"/>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l">
              <a:spcBef>
                <a:spcPts val="0"/>
              </a:spcBef>
              <a:spcAft>
                <a:spcPts val="600"/>
              </a:spcAft>
            </a:pPr>
            <a:endParaRPr lang="en-US" sz="1800"/>
          </a:p>
        </p:txBody>
      </p:sp>
      <p:sp>
        <p:nvSpPr>
          <p:cNvPr id="2" name="Title 1">
            <a:extLst>
              <a:ext uri="{FF2B5EF4-FFF2-40B4-BE49-F238E27FC236}">
                <a16:creationId xmlns:a16="http://schemas.microsoft.com/office/drawing/2014/main" id="{B30C5D7D-659C-48D5-A3B0-4F826142F48E}"/>
              </a:ext>
            </a:extLst>
          </p:cNvPr>
          <p:cNvSpPr>
            <a:spLocks noGrp="1"/>
          </p:cNvSpPr>
          <p:nvPr>
            <p:ph type="title" hasCustomPrompt="1"/>
          </p:nvPr>
        </p:nvSpPr>
        <p:spPr bwMode="auto">
          <a:xfrm>
            <a:off x="548640" y="457200"/>
            <a:ext cx="4996498" cy="5943600"/>
          </a:xfrm>
        </p:spPr>
        <p:txBody>
          <a:bodyPr anchor="ctr">
            <a:noAutofit/>
          </a:bodyPr>
          <a:lstStyle>
            <a:lvl1pPr>
              <a:defRPr sz="3000">
                <a:solidFill>
                  <a:schemeClr val="bg1"/>
                </a:solidFill>
              </a:defRPr>
            </a:lvl1pPr>
          </a:lstStyle>
          <a:p>
            <a:r>
              <a:rPr lang="en-US"/>
              <a:t>Click to add title</a:t>
            </a:r>
            <a:br>
              <a:rPr lang="en-US"/>
            </a:br>
            <a:r>
              <a:rPr lang="en-US"/>
              <a:t>(Arial 30 pt)</a:t>
            </a:r>
          </a:p>
        </p:txBody>
      </p:sp>
      <p:sp>
        <p:nvSpPr>
          <p:cNvPr id="7" name="slidemaster_filename3">
            <a:extLst>
              <a:ext uri="{FF2B5EF4-FFF2-40B4-BE49-F238E27FC236}">
                <a16:creationId xmlns:a16="http://schemas.microsoft.com/office/drawing/2014/main" id="{99761290-0476-45E6-8905-1C3281793D86}"/>
              </a:ext>
            </a:extLst>
          </p:cNvPr>
          <p:cNvSpPr txBox="1">
            <a:spLocks/>
          </p:cNvSpPr>
          <p:nvPr userDrawn="1"/>
        </p:nvSpPr>
        <p:spPr bwMode="black">
          <a:xfrm>
            <a:off x="548639" y="6544205"/>
            <a:ext cx="3200400" cy="138499"/>
          </a:xfrm>
          <a:prstGeom prst="rect">
            <a:avLst/>
          </a:prstGeom>
        </p:spPr>
        <p:txBody>
          <a:bodyPr vert="horz" wrap="squar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l">
              <a:spcBef>
                <a:spcPts val="0"/>
              </a:spcBef>
            </a:pPr>
            <a:endParaRPr lang="en-US" sz="900">
              <a:solidFill>
                <a:srgbClr val="A3A1A8"/>
              </a:solidFill>
            </a:endParaRPr>
          </a:p>
        </p:txBody>
      </p:sp>
      <p:cxnSp>
        <p:nvCxnSpPr>
          <p:cNvPr id="6" name="Straight Connector 5">
            <a:extLst>
              <a:ext uri="{FF2B5EF4-FFF2-40B4-BE49-F238E27FC236}">
                <a16:creationId xmlns:a16="http://schemas.microsoft.com/office/drawing/2014/main" id="{BFEFC27E-D5BA-43C3-9807-B7D5C912F6E7}"/>
              </a:ext>
            </a:extLst>
          </p:cNvPr>
          <p:cNvCxnSpPr/>
          <p:nvPr userDrawn="1"/>
        </p:nvCxnSpPr>
        <p:spPr bwMode="black">
          <a:xfrm>
            <a:off x="6095999" y="0"/>
            <a:ext cx="0" cy="6858000"/>
          </a:xfrm>
          <a:prstGeom prst="line">
            <a:avLst/>
          </a:prstGeom>
          <a:ln w="9525" cap="flat">
            <a:solidFill>
              <a:schemeClr val="accent2"/>
            </a:solidFill>
            <a:prstDash val="solid"/>
            <a:round/>
          </a:ln>
        </p:spPr>
        <p:style>
          <a:lnRef idx="1">
            <a:schemeClr val="accent1"/>
          </a:lnRef>
          <a:fillRef idx="0">
            <a:schemeClr val="accent1"/>
          </a:fillRef>
          <a:effectRef idx="0">
            <a:schemeClr val="accent1"/>
          </a:effectRef>
          <a:fontRef idx="minor">
            <a:schemeClr val="tx1"/>
          </a:fontRef>
        </p:style>
      </p:cxnSp>
      <p:sp>
        <p:nvSpPr>
          <p:cNvPr id="9" name="Custommaster_draft1" hidden="1">
            <a:extLst>
              <a:ext uri="{FF2B5EF4-FFF2-40B4-BE49-F238E27FC236}">
                <a16:creationId xmlns:a16="http://schemas.microsoft.com/office/drawing/2014/main" id="{E0E24FD2-2FC7-4933-A61A-48C9621E970A}"/>
              </a:ext>
            </a:extLst>
          </p:cNvPr>
          <p:cNvSpPr txBox="1"/>
          <p:nvPr userDrawn="1"/>
        </p:nvSpPr>
        <p:spPr>
          <a:xfrm>
            <a:off x="5855550" y="189999"/>
            <a:ext cx="480901" cy="169277"/>
          </a:xfrm>
          <a:prstGeom prst="rect">
            <a:avLst/>
          </a:prstGeom>
          <a:noFill/>
        </p:spPr>
        <p:txBody>
          <a:bodyPr wrap="none" lIns="0" tIns="0" rIns="0" bIns="0" rtlCol="0" anchor="ctr" anchorCtr="0">
            <a:spAutoFit/>
          </a:bodyPr>
          <a:lstStyle/>
          <a:p>
            <a:pPr algn="ctr"/>
            <a:r>
              <a:rPr lang="en-US" sz="1100" b="1">
                <a:solidFill>
                  <a:schemeClr val="tx2"/>
                </a:solidFill>
              </a:rPr>
              <a:t>DRAFT</a:t>
            </a:r>
          </a:p>
        </p:txBody>
      </p:sp>
    </p:spTree>
    <p:extLst>
      <p:ext uri="{BB962C8B-B14F-4D97-AF65-F5344CB8AC3E}">
        <p14:creationId xmlns:p14="http://schemas.microsoft.com/office/powerpoint/2010/main" val="401468274"/>
      </p:ext>
    </p:extLst>
  </p:cSld>
  <p:clrMapOvr>
    <a:masterClrMapping/>
  </p:clrMapOvr>
  <p:extLst>
    <p:ext uri="{DCECCB84-F9BA-43D5-87BE-67443E8EF086}">
      <p15:sldGuideLst xmlns:p15="http://schemas.microsoft.com/office/powerpoint/2012/main">
        <p15:guide id="1" pos="3493"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alf Image Light">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75A7A4-EB70-4AAB-8858-3433F1E5EA6C}"/>
              </a:ext>
            </a:extLst>
          </p:cNvPr>
          <p:cNvSpPr>
            <a:spLocks noGrp="1"/>
          </p:cNvSpPr>
          <p:nvPr>
            <p:ph type="pic" idx="1" hasCustomPrompt="1"/>
          </p:nvPr>
        </p:nvSpPr>
        <p:spPr bwMode="gray">
          <a:xfrm>
            <a:off x="6095998" y="1"/>
            <a:ext cx="6095999" cy="6857999"/>
          </a:xfrm>
        </p:spPr>
        <p:txBody>
          <a:bodyPr anchor="ctr"/>
          <a:lstStyle>
            <a:lvl1pPr marL="0" indent="0" algn="ctr">
              <a:buNone/>
              <a:defRPr sz="18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br>
              <a:rPr lang="en-US"/>
            </a:br>
            <a:br>
              <a:rPr lang="en-US"/>
            </a:br>
            <a:r>
              <a:rPr lang="en-US"/>
              <a:t>Click icon to add picture</a:t>
            </a:r>
          </a:p>
        </p:txBody>
      </p:sp>
      <p:sp>
        <p:nvSpPr>
          <p:cNvPr id="8" name="Rectangle 7">
            <a:extLst>
              <a:ext uri="{FF2B5EF4-FFF2-40B4-BE49-F238E27FC236}">
                <a16:creationId xmlns:a16="http://schemas.microsoft.com/office/drawing/2014/main" id="{A92B8C15-30C5-44CC-A416-DAF1BBB744EC}"/>
              </a:ext>
            </a:extLst>
          </p:cNvPr>
          <p:cNvSpPr/>
          <p:nvPr userDrawn="1"/>
        </p:nvSpPr>
        <p:spPr bwMode="white">
          <a:xfrm>
            <a:off x="0" y="0"/>
            <a:ext cx="6095999" cy="6858000"/>
          </a:xfrm>
          <a:prstGeom prst="rect">
            <a:avLst/>
          </a:prstGeom>
          <a:solidFill>
            <a:srgbClr val="F4F3F3"/>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l">
              <a:spcBef>
                <a:spcPts val="0"/>
              </a:spcBef>
              <a:spcAft>
                <a:spcPts val="600"/>
              </a:spcAft>
            </a:pPr>
            <a:endParaRPr lang="en-US" sz="1800"/>
          </a:p>
        </p:txBody>
      </p:sp>
      <p:sp>
        <p:nvSpPr>
          <p:cNvPr id="2" name="Title 1">
            <a:extLst>
              <a:ext uri="{FF2B5EF4-FFF2-40B4-BE49-F238E27FC236}">
                <a16:creationId xmlns:a16="http://schemas.microsoft.com/office/drawing/2014/main" id="{B30C5D7D-659C-48D5-A3B0-4F826142F48E}"/>
              </a:ext>
            </a:extLst>
          </p:cNvPr>
          <p:cNvSpPr>
            <a:spLocks noGrp="1"/>
          </p:cNvSpPr>
          <p:nvPr>
            <p:ph type="title" hasCustomPrompt="1"/>
          </p:nvPr>
        </p:nvSpPr>
        <p:spPr bwMode="auto">
          <a:xfrm>
            <a:off x="548640" y="457200"/>
            <a:ext cx="4996498" cy="5943600"/>
          </a:xfrm>
        </p:spPr>
        <p:txBody>
          <a:bodyPr anchor="ctr">
            <a:noAutofit/>
          </a:bodyPr>
          <a:lstStyle>
            <a:lvl1pPr>
              <a:defRPr sz="3000">
                <a:solidFill>
                  <a:schemeClr val="accent1"/>
                </a:solidFill>
              </a:defRPr>
            </a:lvl1pPr>
          </a:lstStyle>
          <a:p>
            <a:r>
              <a:rPr lang="en-US"/>
              <a:t>Click to add title</a:t>
            </a:r>
            <a:br>
              <a:rPr lang="en-US"/>
            </a:br>
            <a:r>
              <a:rPr lang="en-US"/>
              <a:t>(Arial 30 pt)</a:t>
            </a:r>
          </a:p>
        </p:txBody>
      </p:sp>
      <p:sp>
        <p:nvSpPr>
          <p:cNvPr id="7" name="slidemaster_filename4">
            <a:extLst>
              <a:ext uri="{FF2B5EF4-FFF2-40B4-BE49-F238E27FC236}">
                <a16:creationId xmlns:a16="http://schemas.microsoft.com/office/drawing/2014/main" id="{99761290-0476-45E6-8905-1C3281793D86}"/>
              </a:ext>
            </a:extLst>
          </p:cNvPr>
          <p:cNvSpPr txBox="1">
            <a:spLocks/>
          </p:cNvSpPr>
          <p:nvPr userDrawn="1"/>
        </p:nvSpPr>
        <p:spPr bwMode="black">
          <a:xfrm>
            <a:off x="548639" y="6544205"/>
            <a:ext cx="3200400" cy="138499"/>
          </a:xfrm>
          <a:prstGeom prst="rect">
            <a:avLst/>
          </a:prstGeom>
        </p:spPr>
        <p:txBody>
          <a:bodyPr vert="horz" wrap="squar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l">
              <a:spcBef>
                <a:spcPts val="0"/>
              </a:spcBef>
            </a:pPr>
            <a:endParaRPr lang="en-US" sz="900">
              <a:solidFill>
                <a:srgbClr val="A3A1A8"/>
              </a:solidFill>
            </a:endParaRPr>
          </a:p>
        </p:txBody>
      </p:sp>
      <p:cxnSp>
        <p:nvCxnSpPr>
          <p:cNvPr id="6" name="Straight Connector 5">
            <a:extLst>
              <a:ext uri="{FF2B5EF4-FFF2-40B4-BE49-F238E27FC236}">
                <a16:creationId xmlns:a16="http://schemas.microsoft.com/office/drawing/2014/main" id="{BFEFC27E-D5BA-43C3-9807-B7D5C912F6E7}"/>
              </a:ext>
            </a:extLst>
          </p:cNvPr>
          <p:cNvCxnSpPr/>
          <p:nvPr userDrawn="1"/>
        </p:nvCxnSpPr>
        <p:spPr bwMode="black">
          <a:xfrm>
            <a:off x="6095999" y="0"/>
            <a:ext cx="0" cy="6858000"/>
          </a:xfrm>
          <a:prstGeom prst="line">
            <a:avLst/>
          </a:prstGeom>
          <a:ln w="9525" cap="flat">
            <a:solidFill>
              <a:srgbClr val="F4F3F3"/>
            </a:solidFill>
            <a:prstDash val="solid"/>
            <a:round/>
          </a:ln>
        </p:spPr>
        <p:style>
          <a:lnRef idx="1">
            <a:schemeClr val="accent1"/>
          </a:lnRef>
          <a:fillRef idx="0">
            <a:schemeClr val="accent1"/>
          </a:fillRef>
          <a:effectRef idx="0">
            <a:schemeClr val="accent1"/>
          </a:effectRef>
          <a:fontRef idx="minor">
            <a:schemeClr val="tx1"/>
          </a:fontRef>
        </p:style>
      </p:cxnSp>
      <p:sp>
        <p:nvSpPr>
          <p:cNvPr id="9" name="Custommaster_draft2" hidden="1">
            <a:extLst>
              <a:ext uri="{FF2B5EF4-FFF2-40B4-BE49-F238E27FC236}">
                <a16:creationId xmlns:a16="http://schemas.microsoft.com/office/drawing/2014/main" id="{E0E24FD2-2FC7-4933-A61A-48C9621E970A}"/>
              </a:ext>
            </a:extLst>
          </p:cNvPr>
          <p:cNvSpPr txBox="1"/>
          <p:nvPr userDrawn="1"/>
        </p:nvSpPr>
        <p:spPr>
          <a:xfrm>
            <a:off x="5855550" y="189999"/>
            <a:ext cx="480901" cy="169277"/>
          </a:xfrm>
          <a:prstGeom prst="rect">
            <a:avLst/>
          </a:prstGeom>
          <a:noFill/>
        </p:spPr>
        <p:txBody>
          <a:bodyPr wrap="none" lIns="0" tIns="0" rIns="0" bIns="0" rtlCol="0" anchor="ctr" anchorCtr="0">
            <a:spAutoFit/>
          </a:bodyPr>
          <a:lstStyle/>
          <a:p>
            <a:pPr algn="ctr"/>
            <a:r>
              <a:rPr lang="en-US" sz="1100" b="1">
                <a:solidFill>
                  <a:schemeClr val="tx2"/>
                </a:solidFill>
              </a:rPr>
              <a:t>DRAFT</a:t>
            </a:r>
          </a:p>
        </p:txBody>
      </p:sp>
    </p:spTree>
    <p:extLst>
      <p:ext uri="{BB962C8B-B14F-4D97-AF65-F5344CB8AC3E}">
        <p14:creationId xmlns:p14="http://schemas.microsoft.com/office/powerpoint/2010/main" val="2576511186"/>
      </p:ext>
    </p:extLst>
  </p:cSld>
  <p:clrMapOvr>
    <a:masterClrMapping/>
  </p:clrMapOvr>
  <p:extLst>
    <p:ext uri="{DCECCB84-F9BA-43D5-87BE-67443E8EF086}">
      <p15:sldGuideLst xmlns:p15="http://schemas.microsoft.com/office/powerpoint/2012/main">
        <p15:guide id="1" pos="3493">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ro 1">
    <p:bg>
      <p:bgRef idx="1001">
        <a:schemeClr val="bg1"/>
      </p:bgRef>
    </p:bg>
    <p:spTree>
      <p:nvGrpSpPr>
        <p:cNvPr id="1" name=""/>
        <p:cNvGrpSpPr/>
        <p:nvPr/>
      </p:nvGrpSpPr>
      <p:grpSpPr>
        <a:xfrm>
          <a:off x="0" y="0"/>
          <a:ext cx="0" cy="0"/>
          <a:chOff x="0" y="0"/>
          <a:chExt cx="0" cy="0"/>
        </a:xfrm>
      </p:grpSpPr>
      <p:sp>
        <p:nvSpPr>
          <p:cNvPr id="4" name="Round Single Corner Rectangle 6">
            <a:extLst>
              <a:ext uri="{FF2B5EF4-FFF2-40B4-BE49-F238E27FC236}">
                <a16:creationId xmlns:a16="http://schemas.microsoft.com/office/drawing/2014/main" id="{62167561-DFA3-32F6-6566-108D5F25D5A7}"/>
              </a:ext>
            </a:extLst>
          </p:cNvPr>
          <p:cNvSpPr>
            <a:spLocks/>
          </p:cNvSpPr>
          <p:nvPr userDrawn="1"/>
        </p:nvSpPr>
        <p:spPr>
          <a:xfrm flipH="1">
            <a:off x="6467854" y="0"/>
            <a:ext cx="5724145" cy="6858000"/>
          </a:xfrm>
          <a:prstGeom prst="rect">
            <a:avLst/>
          </a:prstGeom>
          <a:solidFill>
            <a:srgbClr val="F4F3F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E3E86EA2-03CB-4305-BC47-BED1CA837500}"/>
              </a:ext>
            </a:extLst>
          </p:cNvPr>
          <p:cNvSpPr>
            <a:spLocks noGrp="1"/>
          </p:cNvSpPr>
          <p:nvPr>
            <p:ph type="title" hasCustomPrompt="1"/>
          </p:nvPr>
        </p:nvSpPr>
        <p:spPr bwMode="auto">
          <a:xfrm>
            <a:off x="548640" y="457200"/>
            <a:ext cx="4843225" cy="923330"/>
          </a:xfrm>
        </p:spPr>
        <p:txBody>
          <a:bodyPr/>
          <a:lstStyle>
            <a:lvl1pPr>
              <a:defRPr>
                <a:solidFill>
                  <a:schemeClr val="accent1"/>
                </a:solidFill>
              </a:defRPr>
            </a:lvl1pPr>
          </a:lstStyle>
          <a:p>
            <a:r>
              <a:rPr lang="en-US"/>
              <a:t>Click to add title</a:t>
            </a:r>
            <a:br>
              <a:rPr lang="en-US"/>
            </a:br>
            <a:r>
              <a:rPr lang="en-US"/>
              <a:t>(Arial 30 pt)</a:t>
            </a:r>
          </a:p>
        </p:txBody>
      </p:sp>
      <p:sp>
        <p:nvSpPr>
          <p:cNvPr id="10" name="slidemaster_copyright1">
            <a:extLst>
              <a:ext uri="{FF2B5EF4-FFF2-40B4-BE49-F238E27FC236}">
                <a16:creationId xmlns:a16="http://schemas.microsoft.com/office/drawing/2014/main" id="{E07AE106-793C-439E-99C1-53F2732C29B2}"/>
              </a:ext>
            </a:extLst>
          </p:cNvPr>
          <p:cNvSpPr txBox="1">
            <a:spLocks/>
          </p:cNvSpPr>
          <p:nvPr userDrawn="1"/>
        </p:nvSpPr>
        <p:spPr bwMode="black">
          <a:xfrm>
            <a:off x="9917130" y="6544205"/>
            <a:ext cx="1256754" cy="138499"/>
          </a:xfrm>
          <a:prstGeom prst="rect">
            <a:avLst/>
          </a:prstGeom>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r">
              <a:spcBef>
                <a:spcPts val="0"/>
              </a:spcBef>
            </a:pPr>
            <a:r>
              <a:rPr lang="en-US" sz="900">
                <a:solidFill>
                  <a:srgbClr val="F4F3F3"/>
                </a:solidFill>
              </a:rPr>
              <a:t>© 2026 ZS | Confidential</a:t>
            </a:r>
          </a:p>
        </p:txBody>
      </p:sp>
      <p:sp>
        <p:nvSpPr>
          <p:cNvPr id="13" name="Footer Placeholder 4">
            <a:extLst>
              <a:ext uri="{FF2B5EF4-FFF2-40B4-BE49-F238E27FC236}">
                <a16:creationId xmlns:a16="http://schemas.microsoft.com/office/drawing/2014/main" id="{8A4D403D-2BBB-4A52-8BF7-8FEAAA96BD8A}"/>
              </a:ext>
            </a:extLst>
          </p:cNvPr>
          <p:cNvSpPr txBox="1">
            <a:spLocks/>
          </p:cNvSpPr>
          <p:nvPr userDrawn="1"/>
        </p:nvSpPr>
        <p:spPr bwMode="auto">
          <a:xfrm>
            <a:off x="11499248" y="6544205"/>
            <a:ext cx="141064" cy="138499"/>
          </a:xfrm>
          <a:prstGeom prst="rect">
            <a:avLst/>
          </a:prstGeom>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ctr">
              <a:spcBef>
                <a:spcPts val="0"/>
              </a:spcBef>
            </a:pPr>
            <a:fld id="{DA07F8F6-7554-49F2-A940-4760BCDD8FCA}" type="slidenum">
              <a:rPr lang="en-US" sz="900" smtClean="0">
                <a:solidFill>
                  <a:srgbClr val="F4F3F3"/>
                </a:solidFill>
              </a:rPr>
              <a:pPr algn="ctr">
                <a:spcBef>
                  <a:spcPts val="0"/>
                </a:spcBef>
              </a:pPr>
              <a:t>‹#›</a:t>
            </a:fld>
            <a:endParaRPr lang="en-US" sz="900">
              <a:solidFill>
                <a:srgbClr val="F4F3F3"/>
              </a:solidFill>
            </a:endParaRPr>
          </a:p>
        </p:txBody>
      </p:sp>
      <p:sp>
        <p:nvSpPr>
          <p:cNvPr id="3" name="Content Placeholder 2">
            <a:extLst>
              <a:ext uri="{FF2B5EF4-FFF2-40B4-BE49-F238E27FC236}">
                <a16:creationId xmlns:a16="http://schemas.microsoft.com/office/drawing/2014/main" id="{8176912B-0044-45A5-82EA-7216E1638CA4}"/>
              </a:ext>
            </a:extLst>
          </p:cNvPr>
          <p:cNvSpPr>
            <a:spLocks noGrp="1"/>
          </p:cNvSpPr>
          <p:nvPr>
            <p:ph sz="quarter" idx="11" hasCustomPrompt="1"/>
          </p:nvPr>
        </p:nvSpPr>
        <p:spPr>
          <a:xfrm>
            <a:off x="548640" y="1856232"/>
            <a:ext cx="4843225" cy="4453128"/>
          </a:xfrm>
        </p:spPr>
        <p:txBody>
          <a:bodyPr>
            <a:noAutofit/>
          </a:bodyPr>
          <a:lstStyle>
            <a:lvl1pPr marL="0" indent="0" algn="l">
              <a:lnSpc>
                <a:spcPct val="100000"/>
              </a:lnSpc>
              <a:spcBef>
                <a:spcPts val="1500"/>
              </a:spcBef>
              <a:spcAft>
                <a:spcPts val="0"/>
              </a:spcAft>
              <a:buFontTx/>
              <a:buNone/>
              <a:defRPr b="0" i="0" u="none" strike="noStrike" cap="none" spc="0" normalizeH="0" baseline="0">
                <a:solidFill>
                  <a:schemeClr val="accent1"/>
                </a:solidFill>
                <a:latin typeface="Arial" panose="020B0604020202020204" pitchFamily="34" charset="0"/>
              </a:defRPr>
            </a:lvl1pPr>
            <a:lvl2pPr marL="228600" indent="-228600" algn="l">
              <a:lnSpc>
                <a:spcPct val="100000"/>
              </a:lnSpc>
              <a:spcBef>
                <a:spcPts val="600"/>
              </a:spcBef>
              <a:spcAft>
                <a:spcPts val="0"/>
              </a:spcAft>
              <a:buClrTx/>
              <a:buSzPct val="100000"/>
              <a:buFont typeface="Wingdings 2" panose="05020102010507070707" pitchFamily="18" charset="2"/>
              <a:buChar char=""/>
              <a:defRPr i="0" u="none" strike="noStrike" cap="none" spc="0" normalizeH="0" baseline="0">
                <a:solidFill>
                  <a:schemeClr val="accent1"/>
                </a:solidFill>
                <a:latin typeface="Arial" panose="020B0604020202020204" pitchFamily="34" charset="0"/>
              </a:defRPr>
            </a:lvl2pPr>
            <a:lvl3pPr marL="457200" indent="-228600" algn="l">
              <a:lnSpc>
                <a:spcPct val="100000"/>
              </a:lnSpc>
              <a:spcBef>
                <a:spcPts val="600"/>
              </a:spcBef>
              <a:spcAft>
                <a:spcPts val="0"/>
              </a:spcAft>
              <a:buClrTx/>
              <a:buSzPct val="100000"/>
              <a:buFont typeface="Arial" panose="020B0604020202020204" pitchFamily="34" charset="0"/>
              <a:buChar char="–"/>
              <a:defRPr i="0" u="none" strike="noStrike" cap="none" spc="0" normalizeH="0" baseline="0">
                <a:solidFill>
                  <a:schemeClr val="accent1"/>
                </a:solidFill>
                <a:latin typeface="Arial" panose="020B0604020202020204" pitchFamily="34" charset="0"/>
              </a:defRPr>
            </a:lvl3pPr>
          </a:lstStyle>
          <a:p>
            <a:pPr lvl="0"/>
            <a:r>
              <a:rPr lang="en-US"/>
              <a:t>Click to add text (Arial 18 pt)</a:t>
            </a:r>
          </a:p>
          <a:p>
            <a:pPr lvl="1"/>
            <a:r>
              <a:rPr lang="en-US"/>
              <a:t>Second level</a:t>
            </a:r>
          </a:p>
          <a:p>
            <a:pPr lvl="2"/>
            <a:r>
              <a:rPr lang="en-US"/>
              <a:t>Third level</a:t>
            </a:r>
          </a:p>
        </p:txBody>
      </p:sp>
      <p:sp>
        <p:nvSpPr>
          <p:cNvPr id="2" name="Picture Placeholder 12">
            <a:extLst>
              <a:ext uri="{FF2B5EF4-FFF2-40B4-BE49-F238E27FC236}">
                <a16:creationId xmlns:a16="http://schemas.microsoft.com/office/drawing/2014/main" id="{71CDA727-8B5B-4F7B-2538-086781BBF237}"/>
              </a:ext>
            </a:extLst>
          </p:cNvPr>
          <p:cNvSpPr>
            <a:spLocks noGrp="1"/>
          </p:cNvSpPr>
          <p:nvPr>
            <p:ph type="pic" sz="quarter" idx="12"/>
          </p:nvPr>
        </p:nvSpPr>
        <p:spPr>
          <a:xfrm>
            <a:off x="6068704" y="1941802"/>
            <a:ext cx="5724144" cy="3575304"/>
          </a:xfrm>
          <a:pattFill prst="pct10">
            <a:fgClr>
              <a:schemeClr val="accent1"/>
            </a:fgClr>
            <a:bgClr>
              <a:schemeClr val="bg1"/>
            </a:bgClr>
          </a:pattFill>
        </p:spPr>
        <p:txBody>
          <a:bodyPr/>
          <a:lstStyle/>
          <a:p>
            <a:endParaRPr lang="en-US"/>
          </a:p>
        </p:txBody>
      </p:sp>
      <p:grpSp>
        <p:nvGrpSpPr>
          <p:cNvPr id="6" name="Group 6">
            <a:extLst>
              <a:ext uri="{FF2B5EF4-FFF2-40B4-BE49-F238E27FC236}">
                <a16:creationId xmlns:a16="http://schemas.microsoft.com/office/drawing/2014/main" id="{780F2F93-D3B7-83C7-CDC5-C9C4B19B2501}"/>
              </a:ext>
            </a:extLst>
          </p:cNvPr>
          <p:cNvGrpSpPr>
            <a:grpSpLocks noChangeAspect="1"/>
          </p:cNvGrpSpPr>
          <p:nvPr userDrawn="1"/>
        </p:nvGrpSpPr>
        <p:grpSpPr>
          <a:xfrm>
            <a:off x="5176421" y="1690688"/>
            <a:ext cx="7521795" cy="4314412"/>
            <a:chOff x="0" y="0"/>
            <a:chExt cx="7981949" cy="4578350"/>
          </a:xfrm>
        </p:grpSpPr>
        <p:sp>
          <p:nvSpPr>
            <p:cNvPr id="7" name="Laptop fill">
              <a:extLst>
                <a:ext uri="{FF2B5EF4-FFF2-40B4-BE49-F238E27FC236}">
                  <a16:creationId xmlns:a16="http://schemas.microsoft.com/office/drawing/2014/main" id="{6BF3A115-1EB4-277B-8364-B0B3E1476EAC}"/>
                </a:ext>
              </a:extLst>
            </p:cNvPr>
            <p:cNvSpPr/>
            <p:nvPr/>
          </p:nvSpPr>
          <p:spPr>
            <a:xfrm>
              <a:off x="765809" y="21590"/>
              <a:ext cx="6451599"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txBody>
            <a:bodyPr/>
            <a:lstStyle/>
            <a:p>
              <a:endParaRPr lang="en-US"/>
            </a:p>
          </p:txBody>
        </p:sp>
        <p:sp>
          <p:nvSpPr>
            <p:cNvPr id="8" name="Laptop outline">
              <a:extLst>
                <a:ext uri="{FF2B5EF4-FFF2-40B4-BE49-F238E27FC236}">
                  <a16:creationId xmlns:a16="http://schemas.microsoft.com/office/drawing/2014/main" id="{AD1FDB0E-016F-0763-7CE2-97D6E81E70CE}"/>
                </a:ext>
              </a:extLst>
            </p:cNvPr>
            <p:cNvSpPr/>
            <p:nvPr/>
          </p:nvSpPr>
          <p:spPr>
            <a:xfrm>
              <a:off x="0" y="0"/>
              <a:ext cx="7981949"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p:spPr>
          <p:txBody>
            <a:bodyPr/>
            <a:lstStyle/>
            <a:p>
              <a:endParaRPr lang="en-US"/>
            </a:p>
          </p:txBody>
        </p:sp>
        <p:sp>
          <p:nvSpPr>
            <p:cNvPr id="9" name="Laptop bottom lip">
              <a:extLst>
                <a:ext uri="{FF2B5EF4-FFF2-40B4-BE49-F238E27FC236}">
                  <a16:creationId xmlns:a16="http://schemas.microsoft.com/office/drawing/2014/main" id="{5D014BAA-11F5-2756-6196-0B98C540DF4D}"/>
                </a:ext>
              </a:extLst>
            </p:cNvPr>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p:spPr>
          <p:txBody>
            <a:bodyPr/>
            <a:lstStyle/>
            <a:p>
              <a:endParaRPr lang="en-US"/>
            </a:p>
          </p:txBody>
        </p:sp>
        <p:sp>
          <p:nvSpPr>
            <p:cNvPr id="12" name="Laptop bottom">
              <a:extLst>
                <a:ext uri="{FF2B5EF4-FFF2-40B4-BE49-F238E27FC236}">
                  <a16:creationId xmlns:a16="http://schemas.microsoft.com/office/drawing/2014/main" id="{A05782ED-AA8C-B20E-73A7-03E726783714}"/>
                </a:ext>
              </a:extLst>
            </p:cNvPr>
            <p:cNvSpPr/>
            <p:nvPr/>
          </p:nvSpPr>
          <p:spPr>
            <a:xfrm>
              <a:off x="163830" y="4542790"/>
              <a:ext cx="7654289"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p:spPr>
          <p:txBody>
            <a:bodyPr/>
            <a:lstStyle/>
            <a:p>
              <a:endParaRPr lang="en-US"/>
            </a:p>
          </p:txBody>
        </p:sp>
        <p:sp>
          <p:nvSpPr>
            <p:cNvPr id="14" name="placeholder img" hidden="1">
              <a:extLst>
                <a:ext uri="{FF2B5EF4-FFF2-40B4-BE49-F238E27FC236}">
                  <a16:creationId xmlns:a16="http://schemas.microsoft.com/office/drawing/2014/main" id="{C4BB7254-4919-F3EC-A2B3-891A565FFF7F}"/>
                </a:ext>
              </a:extLst>
            </p:cNvPr>
            <p:cNvSpPr/>
            <p:nvPr/>
          </p:nvSpPr>
          <p:spPr>
            <a:xfrm>
              <a:off x="958048" y="274399"/>
              <a:ext cx="6075675" cy="3792144"/>
            </a:xfrm>
            <a:custGeom>
              <a:avLst/>
              <a:gdLst/>
              <a:ahLst/>
              <a:cxnLst/>
              <a:rect l="l" t="t" r="r" b="b"/>
              <a:pathLst>
                <a:path w="6055360" h="3789680">
                  <a:moveTo>
                    <a:pt x="0" y="0"/>
                  </a:moveTo>
                  <a:lnTo>
                    <a:pt x="6055360" y="0"/>
                  </a:lnTo>
                  <a:lnTo>
                    <a:pt x="6055360" y="3789680"/>
                  </a:lnTo>
                  <a:lnTo>
                    <a:pt x="0" y="3789680"/>
                  </a:lnTo>
                  <a:close/>
                </a:path>
              </a:pathLst>
            </a:custGeom>
            <a:blipFill dpi="0" rotWithShape="1">
              <a:blip r:embed="rId2">
                <a:alphaModFix amt="56000"/>
              </a:blip>
              <a:srcRect/>
              <a:stretch>
                <a:fillRect t="-3228" b="-3228"/>
              </a:stretch>
            </a:blipFill>
          </p:spPr>
          <p:txBody>
            <a:bodyPr/>
            <a:lstStyle/>
            <a:p>
              <a:endParaRPr lang="en-US"/>
            </a:p>
          </p:txBody>
        </p:sp>
      </p:grpSp>
      <p:sp>
        <p:nvSpPr>
          <p:cNvPr id="16" name="Text Placeholder 15">
            <a:extLst>
              <a:ext uri="{FF2B5EF4-FFF2-40B4-BE49-F238E27FC236}">
                <a16:creationId xmlns:a16="http://schemas.microsoft.com/office/drawing/2014/main" id="{9089659C-CDD7-93B9-0AE6-5403A681FB73}"/>
              </a:ext>
            </a:extLst>
          </p:cNvPr>
          <p:cNvSpPr>
            <a:spLocks noGrp="1"/>
          </p:cNvSpPr>
          <p:nvPr>
            <p:ph type="body" sz="quarter" idx="13" hasCustomPrompt="1"/>
          </p:nvPr>
        </p:nvSpPr>
        <p:spPr>
          <a:xfrm>
            <a:off x="6917635" y="549275"/>
            <a:ext cx="4725090" cy="831850"/>
          </a:xfrm>
        </p:spPr>
        <p:txBody>
          <a:bodyPr/>
          <a:lstStyle>
            <a:lvl1pPr>
              <a:defRPr>
                <a:solidFill>
                  <a:schemeClr val="tx2"/>
                </a:solidFill>
              </a:defRPr>
            </a:lvl1pPr>
          </a:lstStyle>
          <a:p>
            <a:pPr lvl="0"/>
            <a:r>
              <a:rPr lang="en-US"/>
              <a:t>Click to add text (Arial 18 pt)</a:t>
            </a:r>
          </a:p>
        </p:txBody>
      </p:sp>
    </p:spTree>
    <p:extLst>
      <p:ext uri="{BB962C8B-B14F-4D97-AF65-F5344CB8AC3E}">
        <p14:creationId xmlns:p14="http://schemas.microsoft.com/office/powerpoint/2010/main" val="3739896477"/>
      </p:ext>
    </p:extLst>
  </p:cSld>
  <p:clrMapOvr>
    <a:masterClrMapping/>
  </p:clrMapOvr>
  <p:extLst>
    <p:ext uri="{DCECCB84-F9BA-43D5-87BE-67443E8EF086}">
      <p15:sldGuideLst xmlns:p15="http://schemas.microsoft.com/office/powerpoint/2012/main">
        <p15:guide id="1" orient="horz" pos="1170" userDrawn="1">
          <p15:clr>
            <a:srgbClr val="FBAE40"/>
          </p15:clr>
        </p15:guide>
        <p15:guide id="3" pos="4776" userDrawn="1">
          <p15:clr>
            <a:srgbClr val="FBAE40"/>
          </p15:clr>
        </p15:guide>
        <p15:guide id="4" pos="546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ro 2">
    <p:bg>
      <p:bgRef idx="1001">
        <a:schemeClr val="bg1"/>
      </p:bgRef>
    </p:bg>
    <p:spTree>
      <p:nvGrpSpPr>
        <p:cNvPr id="1" name=""/>
        <p:cNvGrpSpPr/>
        <p:nvPr/>
      </p:nvGrpSpPr>
      <p:grpSpPr>
        <a:xfrm>
          <a:off x="0" y="0"/>
          <a:ext cx="0" cy="0"/>
          <a:chOff x="0" y="0"/>
          <a:chExt cx="0" cy="0"/>
        </a:xfrm>
      </p:grpSpPr>
      <p:sp>
        <p:nvSpPr>
          <p:cNvPr id="4" name="Round Single Corner Rectangle 6">
            <a:extLst>
              <a:ext uri="{FF2B5EF4-FFF2-40B4-BE49-F238E27FC236}">
                <a16:creationId xmlns:a16="http://schemas.microsoft.com/office/drawing/2014/main" id="{62167561-DFA3-32F6-6566-108D5F25D5A7}"/>
              </a:ext>
            </a:extLst>
          </p:cNvPr>
          <p:cNvSpPr>
            <a:spLocks/>
          </p:cNvSpPr>
          <p:nvPr userDrawn="1"/>
        </p:nvSpPr>
        <p:spPr>
          <a:xfrm flipH="1">
            <a:off x="6467854" y="0"/>
            <a:ext cx="5724145" cy="6858000"/>
          </a:xfrm>
          <a:prstGeom prst="rect">
            <a:avLst/>
          </a:prstGeom>
          <a:solidFill>
            <a:srgbClr val="F4F3F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icture Placeholder 12">
            <a:extLst>
              <a:ext uri="{FF2B5EF4-FFF2-40B4-BE49-F238E27FC236}">
                <a16:creationId xmlns:a16="http://schemas.microsoft.com/office/drawing/2014/main" id="{60280455-FEB7-B188-3179-52AFB9EB380A}"/>
              </a:ext>
            </a:extLst>
          </p:cNvPr>
          <p:cNvSpPr>
            <a:spLocks noGrp="1"/>
          </p:cNvSpPr>
          <p:nvPr>
            <p:ph type="pic" sz="quarter" idx="14"/>
          </p:nvPr>
        </p:nvSpPr>
        <p:spPr>
          <a:xfrm>
            <a:off x="5746903" y="1856232"/>
            <a:ext cx="5895822" cy="3958035"/>
          </a:xfrm>
          <a:prstGeom prst="roundRect">
            <a:avLst>
              <a:gd name="adj" fmla="val 1981"/>
            </a:avLst>
          </a:prstGeom>
          <a:pattFill prst="pct10">
            <a:fgClr>
              <a:schemeClr val="accent1"/>
            </a:fgClr>
            <a:bgClr>
              <a:schemeClr val="bg1"/>
            </a:bgClr>
          </a:pattFill>
          <a:effectLst>
            <a:outerShdw blurRad="50800" dist="38100" dir="2700000" algn="tl" rotWithShape="0">
              <a:prstClr val="black">
                <a:alpha val="40000"/>
              </a:prstClr>
            </a:outerShdw>
          </a:effectLst>
        </p:spPr>
        <p:txBody>
          <a:bodyPr/>
          <a:lstStyle/>
          <a:p>
            <a:endParaRPr lang="en-US"/>
          </a:p>
        </p:txBody>
      </p:sp>
      <p:sp>
        <p:nvSpPr>
          <p:cNvPr id="5" name="Title 1">
            <a:extLst>
              <a:ext uri="{FF2B5EF4-FFF2-40B4-BE49-F238E27FC236}">
                <a16:creationId xmlns:a16="http://schemas.microsoft.com/office/drawing/2014/main" id="{E3E86EA2-03CB-4305-BC47-BED1CA837500}"/>
              </a:ext>
            </a:extLst>
          </p:cNvPr>
          <p:cNvSpPr>
            <a:spLocks noGrp="1"/>
          </p:cNvSpPr>
          <p:nvPr>
            <p:ph type="title" hasCustomPrompt="1"/>
          </p:nvPr>
        </p:nvSpPr>
        <p:spPr bwMode="auto">
          <a:xfrm>
            <a:off x="548640" y="457200"/>
            <a:ext cx="4843225" cy="923330"/>
          </a:xfrm>
        </p:spPr>
        <p:txBody>
          <a:bodyPr/>
          <a:lstStyle>
            <a:lvl1pPr>
              <a:defRPr>
                <a:solidFill>
                  <a:schemeClr val="accent1"/>
                </a:solidFill>
              </a:defRPr>
            </a:lvl1pPr>
          </a:lstStyle>
          <a:p>
            <a:r>
              <a:rPr lang="en-US"/>
              <a:t>Click to add title</a:t>
            </a:r>
            <a:br>
              <a:rPr lang="en-US"/>
            </a:br>
            <a:r>
              <a:rPr lang="en-US"/>
              <a:t>(Arial 30 pt)</a:t>
            </a:r>
          </a:p>
        </p:txBody>
      </p:sp>
      <p:sp>
        <p:nvSpPr>
          <p:cNvPr id="10" name="slidemaster_copyright1">
            <a:extLst>
              <a:ext uri="{FF2B5EF4-FFF2-40B4-BE49-F238E27FC236}">
                <a16:creationId xmlns:a16="http://schemas.microsoft.com/office/drawing/2014/main" id="{E07AE106-793C-439E-99C1-53F2732C29B2}"/>
              </a:ext>
            </a:extLst>
          </p:cNvPr>
          <p:cNvSpPr txBox="1">
            <a:spLocks/>
          </p:cNvSpPr>
          <p:nvPr userDrawn="1"/>
        </p:nvSpPr>
        <p:spPr bwMode="black">
          <a:xfrm>
            <a:off x="9917130" y="6544205"/>
            <a:ext cx="1256754" cy="138499"/>
          </a:xfrm>
          <a:prstGeom prst="rect">
            <a:avLst/>
          </a:prstGeom>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r">
              <a:spcBef>
                <a:spcPts val="0"/>
              </a:spcBef>
            </a:pPr>
            <a:r>
              <a:rPr lang="en-US" sz="900">
                <a:solidFill>
                  <a:srgbClr val="F4F3F3"/>
                </a:solidFill>
              </a:rPr>
              <a:t>© 2026 ZS | Confidential</a:t>
            </a:r>
          </a:p>
        </p:txBody>
      </p:sp>
      <p:sp>
        <p:nvSpPr>
          <p:cNvPr id="13" name="Footer Placeholder 4">
            <a:extLst>
              <a:ext uri="{FF2B5EF4-FFF2-40B4-BE49-F238E27FC236}">
                <a16:creationId xmlns:a16="http://schemas.microsoft.com/office/drawing/2014/main" id="{8A4D403D-2BBB-4A52-8BF7-8FEAAA96BD8A}"/>
              </a:ext>
            </a:extLst>
          </p:cNvPr>
          <p:cNvSpPr txBox="1">
            <a:spLocks/>
          </p:cNvSpPr>
          <p:nvPr userDrawn="1"/>
        </p:nvSpPr>
        <p:spPr bwMode="auto">
          <a:xfrm>
            <a:off x="11499248" y="6544205"/>
            <a:ext cx="141064" cy="138499"/>
          </a:xfrm>
          <a:prstGeom prst="rect">
            <a:avLst/>
          </a:prstGeom>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ctr">
              <a:spcBef>
                <a:spcPts val="0"/>
              </a:spcBef>
            </a:pPr>
            <a:fld id="{DA07F8F6-7554-49F2-A940-4760BCDD8FCA}" type="slidenum">
              <a:rPr lang="en-US" sz="900" smtClean="0">
                <a:solidFill>
                  <a:srgbClr val="F4F3F3"/>
                </a:solidFill>
              </a:rPr>
              <a:pPr algn="ctr">
                <a:spcBef>
                  <a:spcPts val="0"/>
                </a:spcBef>
              </a:pPr>
              <a:t>‹#›</a:t>
            </a:fld>
            <a:endParaRPr lang="en-US" sz="900">
              <a:solidFill>
                <a:srgbClr val="F4F3F3"/>
              </a:solidFill>
            </a:endParaRPr>
          </a:p>
        </p:txBody>
      </p:sp>
      <p:sp>
        <p:nvSpPr>
          <p:cNvPr id="3" name="Content Placeholder 2">
            <a:extLst>
              <a:ext uri="{FF2B5EF4-FFF2-40B4-BE49-F238E27FC236}">
                <a16:creationId xmlns:a16="http://schemas.microsoft.com/office/drawing/2014/main" id="{8176912B-0044-45A5-82EA-7216E1638CA4}"/>
              </a:ext>
            </a:extLst>
          </p:cNvPr>
          <p:cNvSpPr>
            <a:spLocks noGrp="1"/>
          </p:cNvSpPr>
          <p:nvPr>
            <p:ph sz="quarter" idx="11" hasCustomPrompt="1"/>
          </p:nvPr>
        </p:nvSpPr>
        <p:spPr>
          <a:xfrm>
            <a:off x="548640" y="1856232"/>
            <a:ext cx="4843225" cy="4453128"/>
          </a:xfrm>
        </p:spPr>
        <p:txBody>
          <a:bodyPr>
            <a:noAutofit/>
          </a:bodyPr>
          <a:lstStyle>
            <a:lvl1pPr marL="0" indent="0" algn="l">
              <a:lnSpc>
                <a:spcPct val="100000"/>
              </a:lnSpc>
              <a:spcBef>
                <a:spcPts val="1500"/>
              </a:spcBef>
              <a:spcAft>
                <a:spcPts val="0"/>
              </a:spcAft>
              <a:buFontTx/>
              <a:buNone/>
              <a:defRPr b="0" i="0" u="none" strike="noStrike" cap="none" spc="0" normalizeH="0" baseline="0">
                <a:solidFill>
                  <a:schemeClr val="accent1"/>
                </a:solidFill>
                <a:latin typeface="Arial" panose="020B0604020202020204" pitchFamily="34" charset="0"/>
              </a:defRPr>
            </a:lvl1pPr>
            <a:lvl2pPr marL="228600" indent="-228600" algn="l">
              <a:lnSpc>
                <a:spcPct val="100000"/>
              </a:lnSpc>
              <a:spcBef>
                <a:spcPts val="600"/>
              </a:spcBef>
              <a:spcAft>
                <a:spcPts val="0"/>
              </a:spcAft>
              <a:buClrTx/>
              <a:buSzPct val="100000"/>
              <a:buFont typeface="Wingdings 2" panose="05020102010507070707" pitchFamily="18" charset="2"/>
              <a:buChar char=""/>
              <a:defRPr i="0" u="none" strike="noStrike" cap="none" spc="0" normalizeH="0" baseline="0">
                <a:solidFill>
                  <a:schemeClr val="accent1"/>
                </a:solidFill>
                <a:latin typeface="Arial" panose="020B0604020202020204" pitchFamily="34" charset="0"/>
              </a:defRPr>
            </a:lvl2pPr>
            <a:lvl3pPr marL="457200" indent="-228600" algn="l">
              <a:lnSpc>
                <a:spcPct val="100000"/>
              </a:lnSpc>
              <a:spcBef>
                <a:spcPts val="600"/>
              </a:spcBef>
              <a:spcAft>
                <a:spcPts val="0"/>
              </a:spcAft>
              <a:buClrTx/>
              <a:buSzPct val="100000"/>
              <a:buFont typeface="Arial" panose="020B0604020202020204" pitchFamily="34" charset="0"/>
              <a:buChar char="–"/>
              <a:defRPr i="0" u="none" strike="noStrike" cap="none" spc="0" normalizeH="0" baseline="0">
                <a:solidFill>
                  <a:schemeClr val="accent1"/>
                </a:solidFill>
                <a:latin typeface="Arial" panose="020B0604020202020204" pitchFamily="34" charset="0"/>
              </a:defRPr>
            </a:lvl3pPr>
          </a:lstStyle>
          <a:p>
            <a:pPr lvl="0"/>
            <a:r>
              <a:rPr lang="en-US"/>
              <a:t>Click to add text (Arial 18 pt)</a:t>
            </a:r>
          </a:p>
          <a:p>
            <a:pPr lvl="1"/>
            <a:r>
              <a:rPr lang="en-US"/>
              <a:t>Second level</a:t>
            </a:r>
          </a:p>
          <a:p>
            <a:pPr lvl="2"/>
            <a:r>
              <a:rPr lang="en-US"/>
              <a:t>Third level</a:t>
            </a:r>
          </a:p>
        </p:txBody>
      </p:sp>
      <p:sp>
        <p:nvSpPr>
          <p:cNvPr id="16" name="Text Placeholder 15">
            <a:extLst>
              <a:ext uri="{FF2B5EF4-FFF2-40B4-BE49-F238E27FC236}">
                <a16:creationId xmlns:a16="http://schemas.microsoft.com/office/drawing/2014/main" id="{9089659C-CDD7-93B9-0AE6-5403A681FB73}"/>
              </a:ext>
            </a:extLst>
          </p:cNvPr>
          <p:cNvSpPr>
            <a:spLocks noGrp="1"/>
          </p:cNvSpPr>
          <p:nvPr>
            <p:ph type="body" sz="quarter" idx="13" hasCustomPrompt="1"/>
          </p:nvPr>
        </p:nvSpPr>
        <p:spPr>
          <a:xfrm>
            <a:off x="6917635" y="549275"/>
            <a:ext cx="4725090" cy="831850"/>
          </a:xfrm>
        </p:spPr>
        <p:txBody>
          <a:bodyPr/>
          <a:lstStyle>
            <a:lvl1pPr>
              <a:defRPr>
                <a:solidFill>
                  <a:schemeClr val="tx2"/>
                </a:solidFill>
              </a:defRPr>
            </a:lvl1pPr>
          </a:lstStyle>
          <a:p>
            <a:pPr lvl="0"/>
            <a:r>
              <a:rPr lang="en-US"/>
              <a:t>Click to add text (Arial 18 pt)</a:t>
            </a:r>
          </a:p>
        </p:txBody>
      </p:sp>
    </p:spTree>
    <p:extLst>
      <p:ext uri="{BB962C8B-B14F-4D97-AF65-F5344CB8AC3E}">
        <p14:creationId xmlns:p14="http://schemas.microsoft.com/office/powerpoint/2010/main" val="608544319"/>
      </p:ext>
    </p:extLst>
  </p:cSld>
  <p:clrMapOvr>
    <a:masterClrMapping/>
  </p:clrMapOvr>
  <p:extLst>
    <p:ext uri="{DCECCB84-F9BA-43D5-87BE-67443E8EF086}">
      <p15:sldGuideLst xmlns:p15="http://schemas.microsoft.com/office/powerpoint/2012/main">
        <p15:guide id="1" orient="horz" pos="1170" userDrawn="1">
          <p15:clr>
            <a:srgbClr val="FBAE40"/>
          </p15:clr>
        </p15:guide>
        <p15:guide id="3" pos="4776" userDrawn="1">
          <p15:clr>
            <a:srgbClr val="FBAE40"/>
          </p15:clr>
        </p15:guide>
        <p15:guide id="4" pos="546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75A7A4-EB70-4AAB-8858-3433F1E5EA6C}"/>
              </a:ext>
            </a:extLst>
          </p:cNvPr>
          <p:cNvSpPr>
            <a:spLocks noGrp="1"/>
          </p:cNvSpPr>
          <p:nvPr>
            <p:ph type="pic" idx="1" hasCustomPrompt="1"/>
          </p:nvPr>
        </p:nvSpPr>
        <p:spPr bwMode="gray">
          <a:xfrm>
            <a:off x="0" y="1"/>
            <a:ext cx="12191997" cy="6857999"/>
          </a:xfrm>
        </p:spPr>
        <p:txBody>
          <a:bodyPr anchor="ctr"/>
          <a:lstStyle>
            <a:lvl1pPr marL="0" indent="0" algn="ctr">
              <a:buNone/>
              <a:defRPr sz="18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br>
              <a:rPr lang="en-US"/>
            </a:br>
            <a:br>
              <a:rPr lang="en-US"/>
            </a:br>
            <a:r>
              <a:rPr lang="en-US"/>
              <a:t>Click icon to add picture</a:t>
            </a:r>
          </a:p>
        </p:txBody>
      </p:sp>
    </p:spTree>
    <p:extLst>
      <p:ext uri="{BB962C8B-B14F-4D97-AF65-F5344CB8AC3E}">
        <p14:creationId xmlns:p14="http://schemas.microsoft.com/office/powerpoint/2010/main" val="33919870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Focus/Callout">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59761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p:bg bwMode="gray">
      <p:bgRef idx="1001">
        <a:schemeClr val="bg1"/>
      </p:bgRef>
    </p:bg>
    <p:spTree>
      <p:nvGrpSpPr>
        <p:cNvPr id="1" name=""/>
        <p:cNvGrpSpPr/>
        <p:nvPr/>
      </p:nvGrpSpPr>
      <p:grpSpPr>
        <a:xfrm>
          <a:off x="0" y="0"/>
          <a:ext cx="0" cy="0"/>
          <a:chOff x="0" y="0"/>
          <a:chExt cx="0" cy="0"/>
        </a:xfrm>
      </p:grpSpPr>
      <p:pic>
        <p:nvPicPr>
          <p:cNvPr id="3" name="Picture 2" descr="A white background with dots&#10;&#10;AI-generated content may be incorrect.">
            <a:extLst>
              <a:ext uri="{FF2B5EF4-FFF2-40B4-BE49-F238E27FC236}">
                <a16:creationId xmlns:a16="http://schemas.microsoft.com/office/drawing/2014/main" id="{4DE33E71-538A-DFB1-C268-C11FE2D13F7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201662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resenter">
    <p:spTree>
      <p:nvGrpSpPr>
        <p:cNvPr id="1" name=""/>
        <p:cNvGrpSpPr/>
        <p:nvPr/>
      </p:nvGrpSpPr>
      <p:grpSpPr>
        <a:xfrm>
          <a:off x="0" y="0"/>
          <a:ext cx="0" cy="0"/>
          <a:chOff x="0" y="0"/>
          <a:chExt cx="0" cy="0"/>
        </a:xfrm>
      </p:grpSpPr>
      <p:pic>
        <p:nvPicPr>
          <p:cNvPr id="3" name="Picture 2" descr="A white and grey hexagon pattern&#10;&#10;AI-generated content may be incorrect.">
            <a:extLst>
              <a:ext uri="{FF2B5EF4-FFF2-40B4-BE49-F238E27FC236}">
                <a16:creationId xmlns:a16="http://schemas.microsoft.com/office/drawing/2014/main" id="{2D70E08C-3DC7-2962-A335-1EBA7477E11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4910076" y="0"/>
            <a:ext cx="7281924" cy="6858000"/>
          </a:xfrm>
          <a:prstGeom prst="rect">
            <a:avLst/>
          </a:prstGeom>
        </p:spPr>
      </p:pic>
      <p:sp>
        <p:nvSpPr>
          <p:cNvPr id="2" name="Title 1">
            <a:extLst>
              <a:ext uri="{FF2B5EF4-FFF2-40B4-BE49-F238E27FC236}">
                <a16:creationId xmlns:a16="http://schemas.microsoft.com/office/drawing/2014/main" id="{6E322252-36CC-4B94-BBA7-4A86D38D3BBD}"/>
              </a:ext>
            </a:extLst>
          </p:cNvPr>
          <p:cNvSpPr>
            <a:spLocks noGrp="1"/>
          </p:cNvSpPr>
          <p:nvPr>
            <p:ph type="title" hasCustomPrompt="1"/>
          </p:nvPr>
        </p:nvSpPr>
        <p:spPr bwMode="auto">
          <a:xfrm>
            <a:off x="548640" y="457200"/>
            <a:ext cx="11091672" cy="461665"/>
          </a:xfrm>
        </p:spPr>
        <p:txBody>
          <a:bodyPr/>
          <a:lstStyle>
            <a:lvl1pPr>
              <a:defRPr>
                <a:solidFill>
                  <a:schemeClr val="accent1"/>
                </a:solidFill>
              </a:defRPr>
            </a:lvl1pPr>
          </a:lstStyle>
          <a:p>
            <a:r>
              <a:rPr lang="en-US"/>
              <a:t>Click to add title (Arial 30 pt)</a:t>
            </a:r>
          </a:p>
        </p:txBody>
      </p:sp>
      <p:sp>
        <p:nvSpPr>
          <p:cNvPr id="4" name="Picture Placeholder 3">
            <a:extLst>
              <a:ext uri="{FF2B5EF4-FFF2-40B4-BE49-F238E27FC236}">
                <a16:creationId xmlns:a16="http://schemas.microsoft.com/office/drawing/2014/main" id="{08FB3628-AF32-41A2-AB06-20C57FAC13BA}"/>
              </a:ext>
            </a:extLst>
          </p:cNvPr>
          <p:cNvSpPr>
            <a:spLocks noGrp="1" noChangeAspect="1"/>
          </p:cNvSpPr>
          <p:nvPr>
            <p:ph type="pic" sz="quarter" idx="10" hasCustomPrompt="1"/>
          </p:nvPr>
        </p:nvSpPr>
        <p:spPr bwMode="gray">
          <a:xfrm>
            <a:off x="1069848" y="2011680"/>
            <a:ext cx="2286000" cy="2286000"/>
          </a:xfrm>
          <a:prstGeom prst="ellipse">
            <a:avLst/>
          </a:prstGeom>
          <a:ln w="76200">
            <a:solidFill>
              <a:srgbClr val="F4F3F3"/>
            </a:solidFill>
            <a:miter lim="800000"/>
          </a:ln>
        </p:spPr>
        <p:txBody>
          <a:bodyPr anchor="ctr"/>
          <a:lstStyle>
            <a:lvl1pPr algn="ctr">
              <a:defRPr>
                <a:solidFill>
                  <a:schemeClr val="accent1"/>
                </a:solidFill>
              </a:defRPr>
            </a:lvl1pPr>
          </a:lstStyle>
          <a:p>
            <a:r>
              <a:rPr lang="en-US"/>
              <a:t>Placeholder for picture</a:t>
            </a:r>
          </a:p>
        </p:txBody>
      </p:sp>
      <p:sp>
        <p:nvSpPr>
          <p:cNvPr id="5" name="Picture Placeholder 3">
            <a:extLst>
              <a:ext uri="{FF2B5EF4-FFF2-40B4-BE49-F238E27FC236}">
                <a16:creationId xmlns:a16="http://schemas.microsoft.com/office/drawing/2014/main" id="{6BFF7695-068E-48BB-9A42-E24791ACFA7D}"/>
              </a:ext>
            </a:extLst>
          </p:cNvPr>
          <p:cNvSpPr>
            <a:spLocks noGrp="1" noChangeAspect="1"/>
          </p:cNvSpPr>
          <p:nvPr>
            <p:ph type="pic" sz="quarter" idx="11" hasCustomPrompt="1"/>
          </p:nvPr>
        </p:nvSpPr>
        <p:spPr bwMode="gray">
          <a:xfrm>
            <a:off x="4951476" y="2011680"/>
            <a:ext cx="2286000" cy="2286000"/>
          </a:xfrm>
          <a:prstGeom prst="ellipse">
            <a:avLst/>
          </a:prstGeom>
          <a:ln w="76200">
            <a:solidFill>
              <a:srgbClr val="F4F3F3"/>
            </a:solidFill>
            <a:miter lim="800000"/>
          </a:ln>
        </p:spPr>
        <p:txBody>
          <a:bodyPr anchor="ctr"/>
          <a:lstStyle>
            <a:lvl1pPr algn="ctr">
              <a:defRPr>
                <a:solidFill>
                  <a:schemeClr val="accent1"/>
                </a:solidFill>
              </a:defRPr>
            </a:lvl1pPr>
          </a:lstStyle>
          <a:p>
            <a:r>
              <a:rPr lang="en-US"/>
              <a:t>Placeholder for picture</a:t>
            </a:r>
          </a:p>
        </p:txBody>
      </p:sp>
      <p:sp>
        <p:nvSpPr>
          <p:cNvPr id="6" name="Picture Placeholder 3">
            <a:extLst>
              <a:ext uri="{FF2B5EF4-FFF2-40B4-BE49-F238E27FC236}">
                <a16:creationId xmlns:a16="http://schemas.microsoft.com/office/drawing/2014/main" id="{DCE4EDDA-44C1-4826-AD56-05D157F452B0}"/>
              </a:ext>
            </a:extLst>
          </p:cNvPr>
          <p:cNvSpPr>
            <a:spLocks noGrp="1" noChangeAspect="1"/>
          </p:cNvSpPr>
          <p:nvPr>
            <p:ph type="pic" sz="quarter" idx="12" hasCustomPrompt="1"/>
          </p:nvPr>
        </p:nvSpPr>
        <p:spPr bwMode="gray">
          <a:xfrm>
            <a:off x="8833104" y="2011680"/>
            <a:ext cx="2286000" cy="2286000"/>
          </a:xfrm>
          <a:prstGeom prst="ellipse">
            <a:avLst/>
          </a:prstGeom>
          <a:ln w="76200">
            <a:solidFill>
              <a:srgbClr val="F4F3F3"/>
            </a:solidFill>
            <a:miter lim="800000"/>
          </a:ln>
        </p:spPr>
        <p:txBody>
          <a:bodyPr anchor="ctr"/>
          <a:lstStyle>
            <a:lvl1pPr algn="ctr">
              <a:defRPr>
                <a:solidFill>
                  <a:schemeClr val="accent1"/>
                </a:solidFill>
              </a:defRPr>
            </a:lvl1pPr>
          </a:lstStyle>
          <a:p>
            <a:r>
              <a:rPr lang="en-US"/>
              <a:t>Placeholder for picture</a:t>
            </a:r>
          </a:p>
        </p:txBody>
      </p:sp>
      <p:sp>
        <p:nvSpPr>
          <p:cNvPr id="8" name="Text Placeholder 7">
            <a:extLst>
              <a:ext uri="{FF2B5EF4-FFF2-40B4-BE49-F238E27FC236}">
                <a16:creationId xmlns:a16="http://schemas.microsoft.com/office/drawing/2014/main" id="{233936E4-A8D5-43DA-AACE-A3AD8A7AAE21}"/>
              </a:ext>
            </a:extLst>
          </p:cNvPr>
          <p:cNvSpPr>
            <a:spLocks noGrp="1"/>
          </p:cNvSpPr>
          <p:nvPr>
            <p:ph type="body" sz="quarter" idx="13" hasCustomPrompt="1"/>
          </p:nvPr>
        </p:nvSpPr>
        <p:spPr bwMode="auto">
          <a:xfrm>
            <a:off x="548640" y="4572000"/>
            <a:ext cx="3328416" cy="369332"/>
          </a:xfrm>
        </p:spPr>
        <p:txBody>
          <a:bodyPr anchor="t">
            <a:spAutoFit/>
          </a:bodyPr>
          <a:lstStyle>
            <a:lvl1pPr algn="ctr">
              <a:spcBef>
                <a:spcPts val="0"/>
              </a:spcBef>
              <a:defRPr sz="2400" b="1">
                <a:solidFill>
                  <a:schemeClr val="accent2"/>
                </a:solidFill>
              </a:defRPr>
            </a:lvl1pPr>
          </a:lstStyle>
          <a:p>
            <a:pPr lvl="0"/>
            <a:r>
              <a:rPr lang="en-US"/>
              <a:t>Presenter’s Name</a:t>
            </a:r>
          </a:p>
        </p:txBody>
      </p:sp>
      <p:sp>
        <p:nvSpPr>
          <p:cNvPr id="9" name="Text Placeholder 7">
            <a:extLst>
              <a:ext uri="{FF2B5EF4-FFF2-40B4-BE49-F238E27FC236}">
                <a16:creationId xmlns:a16="http://schemas.microsoft.com/office/drawing/2014/main" id="{EB6D5E2E-9DEF-4E60-B35C-7434225A91CC}"/>
              </a:ext>
            </a:extLst>
          </p:cNvPr>
          <p:cNvSpPr>
            <a:spLocks noGrp="1"/>
          </p:cNvSpPr>
          <p:nvPr>
            <p:ph type="body" sz="quarter" idx="14" hasCustomPrompt="1"/>
          </p:nvPr>
        </p:nvSpPr>
        <p:spPr bwMode="auto">
          <a:xfrm>
            <a:off x="4430268" y="4572000"/>
            <a:ext cx="3328416" cy="369332"/>
          </a:xfrm>
        </p:spPr>
        <p:txBody>
          <a:bodyPr anchor="t">
            <a:spAutoFit/>
          </a:bodyPr>
          <a:lstStyle>
            <a:lvl1pPr algn="ctr">
              <a:spcBef>
                <a:spcPts val="0"/>
              </a:spcBef>
              <a:defRPr sz="2400" b="1">
                <a:solidFill>
                  <a:schemeClr val="accent2"/>
                </a:solidFill>
              </a:defRPr>
            </a:lvl1pPr>
          </a:lstStyle>
          <a:p>
            <a:pPr lvl="0"/>
            <a:r>
              <a:rPr lang="en-US"/>
              <a:t>Presenter’s Name</a:t>
            </a:r>
          </a:p>
        </p:txBody>
      </p:sp>
      <p:sp>
        <p:nvSpPr>
          <p:cNvPr id="10" name="Text Placeholder 7">
            <a:extLst>
              <a:ext uri="{FF2B5EF4-FFF2-40B4-BE49-F238E27FC236}">
                <a16:creationId xmlns:a16="http://schemas.microsoft.com/office/drawing/2014/main" id="{AA9E00FB-61C0-4238-A142-D59E9631E4BC}"/>
              </a:ext>
            </a:extLst>
          </p:cNvPr>
          <p:cNvSpPr>
            <a:spLocks noGrp="1"/>
          </p:cNvSpPr>
          <p:nvPr>
            <p:ph type="body" sz="quarter" idx="15" hasCustomPrompt="1"/>
          </p:nvPr>
        </p:nvSpPr>
        <p:spPr bwMode="auto">
          <a:xfrm>
            <a:off x="8311896" y="4572000"/>
            <a:ext cx="3328416" cy="369332"/>
          </a:xfrm>
        </p:spPr>
        <p:txBody>
          <a:bodyPr anchor="t">
            <a:spAutoFit/>
          </a:bodyPr>
          <a:lstStyle>
            <a:lvl1pPr algn="ctr">
              <a:spcBef>
                <a:spcPts val="0"/>
              </a:spcBef>
              <a:defRPr sz="2400" b="1">
                <a:solidFill>
                  <a:schemeClr val="accent2"/>
                </a:solidFill>
              </a:defRPr>
            </a:lvl1pPr>
          </a:lstStyle>
          <a:p>
            <a:pPr lvl="0"/>
            <a:r>
              <a:rPr lang="en-US"/>
              <a:t>Presenter’s Name</a:t>
            </a:r>
          </a:p>
        </p:txBody>
      </p:sp>
      <p:sp>
        <p:nvSpPr>
          <p:cNvPr id="11" name="Text Placeholder 7">
            <a:extLst>
              <a:ext uri="{FF2B5EF4-FFF2-40B4-BE49-F238E27FC236}">
                <a16:creationId xmlns:a16="http://schemas.microsoft.com/office/drawing/2014/main" id="{8EF54358-DADD-4143-A8AD-1BDB2186DC69}"/>
              </a:ext>
            </a:extLst>
          </p:cNvPr>
          <p:cNvSpPr>
            <a:spLocks noGrp="1"/>
          </p:cNvSpPr>
          <p:nvPr>
            <p:ph type="body" sz="quarter" idx="16" hasCustomPrompt="1"/>
          </p:nvPr>
        </p:nvSpPr>
        <p:spPr bwMode="auto">
          <a:xfrm>
            <a:off x="548640" y="5074920"/>
            <a:ext cx="3328416" cy="492443"/>
          </a:xfrm>
        </p:spPr>
        <p:txBody>
          <a:bodyPr anchor="t">
            <a:spAutoFit/>
          </a:bodyPr>
          <a:lstStyle>
            <a:lvl1pPr algn="ctr">
              <a:spcBef>
                <a:spcPts val="0"/>
              </a:spcBef>
              <a:spcAft>
                <a:spcPts val="600"/>
              </a:spcAft>
              <a:defRPr sz="1600" b="0">
                <a:solidFill>
                  <a:schemeClr val="accent1"/>
                </a:solidFill>
              </a:defRPr>
            </a:lvl1pPr>
          </a:lstStyle>
          <a:p>
            <a:pPr lvl="0"/>
            <a:r>
              <a:rPr lang="en-US"/>
              <a:t>Title</a:t>
            </a:r>
            <a:br>
              <a:rPr lang="en-US"/>
            </a:br>
            <a:r>
              <a:rPr lang="en-US"/>
              <a:t>Email</a:t>
            </a:r>
          </a:p>
        </p:txBody>
      </p:sp>
      <p:sp>
        <p:nvSpPr>
          <p:cNvPr id="12" name="Text Placeholder 7">
            <a:extLst>
              <a:ext uri="{FF2B5EF4-FFF2-40B4-BE49-F238E27FC236}">
                <a16:creationId xmlns:a16="http://schemas.microsoft.com/office/drawing/2014/main" id="{97278B55-C25A-48CC-8053-84DF48DB7772}"/>
              </a:ext>
            </a:extLst>
          </p:cNvPr>
          <p:cNvSpPr>
            <a:spLocks noGrp="1"/>
          </p:cNvSpPr>
          <p:nvPr>
            <p:ph type="body" sz="quarter" idx="17" hasCustomPrompt="1"/>
          </p:nvPr>
        </p:nvSpPr>
        <p:spPr bwMode="auto">
          <a:xfrm>
            <a:off x="4430268" y="5074920"/>
            <a:ext cx="3328416" cy="492443"/>
          </a:xfrm>
        </p:spPr>
        <p:txBody>
          <a:bodyPr anchor="t">
            <a:spAutoFit/>
          </a:bodyPr>
          <a:lstStyle>
            <a:lvl1pPr algn="ctr">
              <a:spcBef>
                <a:spcPts val="0"/>
              </a:spcBef>
              <a:spcAft>
                <a:spcPts val="600"/>
              </a:spcAft>
              <a:defRPr sz="1600" b="0">
                <a:solidFill>
                  <a:schemeClr val="accent1"/>
                </a:solidFill>
              </a:defRPr>
            </a:lvl1pPr>
          </a:lstStyle>
          <a:p>
            <a:pPr lvl="0"/>
            <a:r>
              <a:rPr lang="en-US"/>
              <a:t>Title</a:t>
            </a:r>
            <a:br>
              <a:rPr lang="en-US"/>
            </a:br>
            <a:r>
              <a:rPr lang="en-US"/>
              <a:t>Email</a:t>
            </a:r>
          </a:p>
        </p:txBody>
      </p:sp>
      <p:sp>
        <p:nvSpPr>
          <p:cNvPr id="13" name="Text Placeholder 7">
            <a:extLst>
              <a:ext uri="{FF2B5EF4-FFF2-40B4-BE49-F238E27FC236}">
                <a16:creationId xmlns:a16="http://schemas.microsoft.com/office/drawing/2014/main" id="{8A170C61-5603-4A4B-8297-EB07B549DC14}"/>
              </a:ext>
            </a:extLst>
          </p:cNvPr>
          <p:cNvSpPr>
            <a:spLocks noGrp="1"/>
          </p:cNvSpPr>
          <p:nvPr>
            <p:ph type="body" sz="quarter" idx="18" hasCustomPrompt="1"/>
          </p:nvPr>
        </p:nvSpPr>
        <p:spPr bwMode="auto">
          <a:xfrm>
            <a:off x="8311896" y="5074920"/>
            <a:ext cx="3328416" cy="492443"/>
          </a:xfrm>
        </p:spPr>
        <p:txBody>
          <a:bodyPr anchor="t">
            <a:spAutoFit/>
          </a:bodyPr>
          <a:lstStyle>
            <a:lvl1pPr algn="ctr">
              <a:spcBef>
                <a:spcPts val="0"/>
              </a:spcBef>
              <a:spcAft>
                <a:spcPts val="600"/>
              </a:spcAft>
              <a:defRPr sz="1600" b="0">
                <a:solidFill>
                  <a:schemeClr val="accent1"/>
                </a:solidFill>
              </a:defRPr>
            </a:lvl1pPr>
          </a:lstStyle>
          <a:p>
            <a:pPr lvl="0"/>
            <a:r>
              <a:rPr lang="en-US"/>
              <a:t>Title</a:t>
            </a:r>
            <a:br>
              <a:rPr lang="en-US"/>
            </a:br>
            <a:r>
              <a:rPr lang="en-US"/>
              <a:t>Email</a:t>
            </a:r>
          </a:p>
        </p:txBody>
      </p:sp>
    </p:spTree>
    <p:extLst>
      <p:ext uri="{BB962C8B-B14F-4D97-AF65-F5344CB8AC3E}">
        <p14:creationId xmlns:p14="http://schemas.microsoft.com/office/powerpoint/2010/main" val="2142717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C74BD3F-5D46-4450-9A9D-DA1D80947BA4}"/>
              </a:ext>
            </a:extLst>
          </p:cNvPr>
          <p:cNvSpPr>
            <a:spLocks noGrp="1"/>
          </p:cNvSpPr>
          <p:nvPr>
            <p:ph type="ctrTitle" hasCustomPrompt="1"/>
          </p:nvPr>
        </p:nvSpPr>
        <p:spPr bwMode="auto">
          <a:xfrm>
            <a:off x="548640" y="2378377"/>
            <a:ext cx="5669280" cy="2286000"/>
          </a:xfrm>
        </p:spPr>
        <p:txBody>
          <a:bodyPr anchor="ctr">
            <a:noAutofit/>
          </a:bodyPr>
          <a:lstStyle>
            <a:lvl1pPr algn="l">
              <a:defRPr sz="3600">
                <a:solidFill>
                  <a:schemeClr val="accent1"/>
                </a:solidFill>
              </a:defRPr>
            </a:lvl1pPr>
          </a:lstStyle>
          <a:p>
            <a:r>
              <a:rPr lang="en-US"/>
              <a:t>Thank you!</a:t>
            </a:r>
          </a:p>
        </p:txBody>
      </p:sp>
      <p:sp>
        <p:nvSpPr>
          <p:cNvPr id="6" name="endmaster_draft" hidden="1">
            <a:extLst>
              <a:ext uri="{FF2B5EF4-FFF2-40B4-BE49-F238E27FC236}">
                <a16:creationId xmlns:a16="http://schemas.microsoft.com/office/drawing/2014/main" id="{81326F59-A1E6-4CE8-ABFE-7B5DCB4EA9A4}"/>
              </a:ext>
            </a:extLst>
          </p:cNvPr>
          <p:cNvSpPr txBox="1"/>
          <p:nvPr userDrawn="1"/>
        </p:nvSpPr>
        <p:spPr>
          <a:xfrm>
            <a:off x="5855550" y="189999"/>
            <a:ext cx="480901" cy="169277"/>
          </a:xfrm>
          <a:prstGeom prst="rect">
            <a:avLst/>
          </a:prstGeom>
          <a:noFill/>
        </p:spPr>
        <p:txBody>
          <a:bodyPr wrap="none" lIns="0" tIns="0" rIns="0" bIns="0" rtlCol="0" anchor="ctr" anchorCtr="0">
            <a:spAutoFit/>
          </a:bodyPr>
          <a:lstStyle/>
          <a:p>
            <a:pPr algn="ctr"/>
            <a:r>
              <a:rPr lang="en-US" sz="1100" b="1">
                <a:solidFill>
                  <a:schemeClr val="tx2"/>
                </a:solidFill>
              </a:rPr>
              <a:t>DRAFT</a:t>
            </a:r>
          </a:p>
        </p:txBody>
      </p:sp>
      <p:pic>
        <p:nvPicPr>
          <p:cNvPr id="10" name="Graphic 9">
            <a:extLst>
              <a:ext uri="{FF2B5EF4-FFF2-40B4-BE49-F238E27FC236}">
                <a16:creationId xmlns:a16="http://schemas.microsoft.com/office/drawing/2014/main" id="{B2F2F38E-B7D1-43E7-A399-12A4B56EBB7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49274" y="549090"/>
            <a:ext cx="2793076" cy="640080"/>
          </a:xfrm>
          <a:prstGeom prst="rect">
            <a:avLst/>
          </a:prstGeom>
        </p:spPr>
      </p:pic>
    </p:spTree>
    <p:extLst>
      <p:ext uri="{BB962C8B-B14F-4D97-AF65-F5344CB8AC3E}">
        <p14:creationId xmlns:p14="http://schemas.microsoft.com/office/powerpoint/2010/main" val="1369671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EA114F-0D26-4F75-9C91-62862E7EFB46}"/>
              </a:ext>
            </a:extLst>
          </p:cNvPr>
          <p:cNvSpPr>
            <a:spLocks noGrp="1"/>
          </p:cNvSpPr>
          <p:nvPr>
            <p:ph type="title"/>
          </p:nvPr>
        </p:nvSpPr>
        <p:spPr bwMode="auto">
          <a:xfrm>
            <a:off x="548640" y="457200"/>
            <a:ext cx="11091672" cy="461665"/>
          </a:xfrm>
          <a:prstGeom prst="rect">
            <a:avLst/>
          </a:prstGeom>
        </p:spPr>
        <p:txBody>
          <a:bodyPr vert="horz" lIns="0" tIns="0" rIns="0" bIns="0" rtlCol="0" anchor="t">
            <a:spAutoFit/>
          </a:bodyPr>
          <a:lstStyle/>
          <a:p>
            <a:r>
              <a:rPr lang="en-US"/>
              <a:t>Click to add title (Arial 30 pt)</a:t>
            </a:r>
          </a:p>
        </p:txBody>
      </p:sp>
      <p:sp>
        <p:nvSpPr>
          <p:cNvPr id="3" name="Text Placeholder 2">
            <a:extLst>
              <a:ext uri="{FF2B5EF4-FFF2-40B4-BE49-F238E27FC236}">
                <a16:creationId xmlns:a16="http://schemas.microsoft.com/office/drawing/2014/main" id="{E5919C1B-9847-492D-9832-3F08D03F2361}"/>
              </a:ext>
            </a:extLst>
          </p:cNvPr>
          <p:cNvSpPr>
            <a:spLocks noGrp="1"/>
          </p:cNvSpPr>
          <p:nvPr>
            <p:ph type="body" idx="1"/>
          </p:nvPr>
        </p:nvSpPr>
        <p:spPr bwMode="auto">
          <a:xfrm>
            <a:off x="548640" y="1856232"/>
            <a:ext cx="11091672" cy="4453128"/>
          </a:xfrm>
          <a:prstGeom prst="rect">
            <a:avLst/>
          </a:prstGeom>
        </p:spPr>
        <p:txBody>
          <a:bodyPr vert="horz" lIns="0" tIns="0" rIns="0" bIns="0" rtlCol="0">
            <a:noAutofit/>
          </a:bodyPr>
          <a:lstStyle/>
          <a:p>
            <a:pPr lvl="0"/>
            <a:r>
              <a:rPr lang="en-US" dirty="0"/>
              <a:t>Click to add text (Arial 18 pt)</a:t>
            </a:r>
          </a:p>
          <a:p>
            <a:pPr lvl="1"/>
            <a:r>
              <a:rPr lang="en-US" dirty="0"/>
              <a:t>Second level</a:t>
            </a:r>
          </a:p>
          <a:p>
            <a:pPr lvl="2"/>
            <a:r>
              <a:rPr lang="en-US" dirty="0"/>
              <a:t>Third level</a:t>
            </a:r>
          </a:p>
        </p:txBody>
      </p:sp>
      <p:sp>
        <p:nvSpPr>
          <p:cNvPr id="12" name="slidemaster_copyright">
            <a:extLst>
              <a:ext uri="{FF2B5EF4-FFF2-40B4-BE49-F238E27FC236}">
                <a16:creationId xmlns:a16="http://schemas.microsoft.com/office/drawing/2014/main" id="{EBE4C112-DAE1-4383-B338-60D56B961C5A}"/>
              </a:ext>
            </a:extLst>
          </p:cNvPr>
          <p:cNvSpPr txBox="1">
            <a:spLocks/>
          </p:cNvSpPr>
          <p:nvPr userDrawn="1"/>
        </p:nvSpPr>
        <p:spPr bwMode="auto">
          <a:xfrm>
            <a:off x="9641413" y="6544205"/>
            <a:ext cx="1532471" cy="138499"/>
          </a:xfrm>
          <a:prstGeom prst="rect">
            <a:avLst/>
          </a:prstGeom>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r">
              <a:spcBef>
                <a:spcPts val="0"/>
              </a:spcBef>
            </a:pPr>
            <a:r>
              <a:rPr lang="en-US" sz="900" dirty="0">
                <a:solidFill>
                  <a:srgbClr val="A3A1A8"/>
                </a:solidFill>
              </a:rPr>
              <a:t>© 2026 ZAIDYN | Confidential</a:t>
            </a:r>
          </a:p>
        </p:txBody>
      </p:sp>
      <p:sp>
        <p:nvSpPr>
          <p:cNvPr id="13" name="slidemaster_pagenumber">
            <a:extLst>
              <a:ext uri="{FF2B5EF4-FFF2-40B4-BE49-F238E27FC236}">
                <a16:creationId xmlns:a16="http://schemas.microsoft.com/office/drawing/2014/main" id="{2877A940-A631-4E1B-B19B-5FF4D109B3FD}"/>
              </a:ext>
            </a:extLst>
          </p:cNvPr>
          <p:cNvSpPr txBox="1">
            <a:spLocks/>
          </p:cNvSpPr>
          <p:nvPr userDrawn="1"/>
        </p:nvSpPr>
        <p:spPr bwMode="auto">
          <a:xfrm>
            <a:off x="11499248" y="6544205"/>
            <a:ext cx="141064" cy="138499"/>
          </a:xfrm>
          <a:prstGeom prst="rect">
            <a:avLst/>
          </a:prstGeom>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ctr">
              <a:spcBef>
                <a:spcPts val="0"/>
              </a:spcBef>
            </a:pPr>
            <a:fld id="{DA07F8F6-7554-49F2-A940-4760BCDD8FCA}" type="slidenum">
              <a:rPr lang="en-US" sz="900" smtClean="0">
                <a:solidFill>
                  <a:srgbClr val="A3A1A8"/>
                </a:solidFill>
              </a:rPr>
              <a:pPr algn="ctr">
                <a:spcBef>
                  <a:spcPts val="0"/>
                </a:spcBef>
              </a:pPr>
              <a:t>‹#›</a:t>
            </a:fld>
            <a:endParaRPr lang="en-US" sz="900">
              <a:solidFill>
                <a:srgbClr val="A3A1A8"/>
              </a:solidFill>
            </a:endParaRPr>
          </a:p>
        </p:txBody>
      </p:sp>
      <p:sp>
        <p:nvSpPr>
          <p:cNvPr id="14" name="slidemaster_filename">
            <a:extLst>
              <a:ext uri="{FF2B5EF4-FFF2-40B4-BE49-F238E27FC236}">
                <a16:creationId xmlns:a16="http://schemas.microsoft.com/office/drawing/2014/main" id="{F68B06B1-86C6-4EE3-836F-F05FD01ADDC4}"/>
              </a:ext>
            </a:extLst>
          </p:cNvPr>
          <p:cNvSpPr txBox="1">
            <a:spLocks/>
          </p:cNvSpPr>
          <p:nvPr userDrawn="1"/>
        </p:nvSpPr>
        <p:spPr bwMode="auto">
          <a:xfrm>
            <a:off x="548639" y="6544205"/>
            <a:ext cx="3200400" cy="138499"/>
          </a:xfrm>
          <a:prstGeom prst="rect">
            <a:avLst/>
          </a:prstGeom>
        </p:spPr>
        <p:txBody>
          <a:bodyPr vert="horz" wrap="squar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l">
              <a:spcBef>
                <a:spcPts val="0"/>
              </a:spcBef>
            </a:pPr>
            <a:endParaRPr lang="en-US" sz="900">
              <a:solidFill>
                <a:srgbClr val="A3A1A8"/>
              </a:solidFill>
            </a:endParaRPr>
          </a:p>
        </p:txBody>
      </p:sp>
      <p:sp>
        <p:nvSpPr>
          <p:cNvPr id="7" name="slidemaster_draft" hidden="1">
            <a:extLst>
              <a:ext uri="{FF2B5EF4-FFF2-40B4-BE49-F238E27FC236}">
                <a16:creationId xmlns:a16="http://schemas.microsoft.com/office/drawing/2014/main" id="{25417A80-DCE9-4A55-A666-815B9E2F92BA}"/>
              </a:ext>
            </a:extLst>
          </p:cNvPr>
          <p:cNvSpPr txBox="1"/>
          <p:nvPr userDrawn="1"/>
        </p:nvSpPr>
        <p:spPr>
          <a:xfrm>
            <a:off x="5931692" y="189999"/>
            <a:ext cx="328616" cy="169277"/>
          </a:xfrm>
          <a:prstGeom prst="rect">
            <a:avLst/>
          </a:prstGeom>
          <a:noFill/>
        </p:spPr>
        <p:txBody>
          <a:bodyPr wrap="none" lIns="0" tIns="0" rIns="0" bIns="0" rtlCol="0" anchor="ctr" anchorCtr="0">
            <a:spAutoFit/>
          </a:bodyPr>
          <a:lstStyle/>
          <a:p>
            <a:pPr algn="ctr"/>
            <a:r>
              <a:rPr lang="en-US" sz="1100" b="1">
                <a:solidFill>
                  <a:schemeClr val="tx2"/>
                </a:solidFill>
              </a:rPr>
              <a:t>Draft</a:t>
            </a:r>
          </a:p>
        </p:txBody>
      </p:sp>
    </p:spTree>
    <p:extLst>
      <p:ext uri="{BB962C8B-B14F-4D97-AF65-F5344CB8AC3E}">
        <p14:creationId xmlns:p14="http://schemas.microsoft.com/office/powerpoint/2010/main" val="3806734793"/>
      </p:ext>
    </p:extLst>
  </p:cSld>
  <p:clrMap bg1="lt1" tx1="dk1" bg2="lt2" tx2="dk2" accent1="accent1" accent2="accent2" accent3="accent3" accent4="accent4" accent5="accent5" accent6="accent6" hlink="hlink" folHlink="folHlink"/>
  <p:sldLayoutIdLst>
    <p:sldLayoutId id="2147483746" r:id="rId1"/>
    <p:sldLayoutId id="2147483688" r:id="rId2"/>
    <p:sldLayoutId id="2147483692" r:id="rId3"/>
    <p:sldLayoutId id="2147483689" r:id="rId4"/>
    <p:sldLayoutId id="2147483717" r:id="rId5"/>
    <p:sldLayoutId id="2147483724" r:id="rId6"/>
    <p:sldLayoutId id="2147483732" r:id="rId7"/>
    <p:sldLayoutId id="2147483731" r:id="rId8"/>
    <p:sldLayoutId id="2147483720" r:id="rId9"/>
    <p:sldLayoutId id="2147483721" r:id="rId10"/>
    <p:sldLayoutId id="2147483722" r:id="rId11"/>
    <p:sldLayoutId id="2147483723" r:id="rId12"/>
    <p:sldLayoutId id="2147483694" r:id="rId13"/>
    <p:sldLayoutId id="2147483733" r:id="rId14"/>
    <p:sldLayoutId id="2147483729" r:id="rId15"/>
    <p:sldLayoutId id="2147483726" r:id="rId16"/>
    <p:sldLayoutId id="2147483712" r:id="rId17"/>
    <p:sldLayoutId id="2147483711" r:id="rId18"/>
    <p:sldLayoutId id="2147483718" r:id="rId19"/>
    <p:sldLayoutId id="2147483695" r:id="rId20"/>
    <p:sldLayoutId id="2147483719" r:id="rId21"/>
    <p:sldLayoutId id="2147483727" r:id="rId22"/>
    <p:sldLayoutId id="2147483728" r:id="rId23"/>
    <p:sldLayoutId id="2147483701" r:id="rId24"/>
    <p:sldLayoutId id="2147483693" r:id="rId25"/>
    <p:sldLayoutId id="2147483713" r:id="rId26"/>
    <p:sldLayoutId id="2147483714" r:id="rId27"/>
    <p:sldLayoutId id="2147483715" r:id="rId28"/>
  </p:sldLayoutIdLst>
  <p:txStyles>
    <p:titleStyle>
      <a:lvl1pPr algn="l" defTabSz="914400" rtl="0" eaLnBrk="1" latinLnBrk="0" hangingPunct="1">
        <a:lnSpc>
          <a:spcPct val="100000"/>
        </a:lnSpc>
        <a:spcBef>
          <a:spcPct val="0"/>
        </a:spcBef>
        <a:buNone/>
        <a:defRPr sz="3000" b="1" kern="1200">
          <a:solidFill>
            <a:schemeClr val="accent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500"/>
        </a:spcBef>
        <a:spcAft>
          <a:spcPts val="0"/>
        </a:spcAft>
        <a:buFont typeface="Arial" panose="020B0604020202020204" pitchFamily="34" charset="0"/>
        <a:buNone/>
        <a:defRPr sz="1800" kern="1200">
          <a:solidFill>
            <a:schemeClr val="accent1"/>
          </a:solidFill>
          <a:latin typeface="+mn-lt"/>
          <a:ea typeface="+mn-ea"/>
          <a:cs typeface="+mn-cs"/>
        </a:defRPr>
      </a:lvl1pPr>
      <a:lvl2pPr marL="228600" indent="-228600" algn="l" defTabSz="914400" rtl="0" eaLnBrk="1" latinLnBrk="0" hangingPunct="1">
        <a:lnSpc>
          <a:spcPct val="100000"/>
        </a:lnSpc>
        <a:spcBef>
          <a:spcPts val="600"/>
        </a:spcBef>
        <a:spcAft>
          <a:spcPts val="0"/>
        </a:spcAft>
        <a:buClrTx/>
        <a:buFont typeface="Wingdings 2" panose="05020102010507070707" pitchFamily="18" charset="2"/>
        <a:buChar char=""/>
        <a:defRPr sz="1800" kern="1200">
          <a:solidFill>
            <a:schemeClr val="accent1"/>
          </a:solidFill>
          <a:latin typeface="+mn-lt"/>
          <a:ea typeface="+mn-ea"/>
          <a:cs typeface="+mn-cs"/>
        </a:defRPr>
      </a:lvl2pPr>
      <a:lvl3pPr marL="457200" indent="-228600" algn="l" defTabSz="914400" rtl="0" eaLnBrk="1" latinLnBrk="0" hangingPunct="1">
        <a:lnSpc>
          <a:spcPct val="100000"/>
        </a:lnSpc>
        <a:spcBef>
          <a:spcPts val="600"/>
        </a:spcBef>
        <a:spcAft>
          <a:spcPts val="0"/>
        </a:spcAft>
        <a:buClrTx/>
        <a:buFont typeface="Arial" panose="020B0604020202020204" pitchFamily="34" charset="0"/>
        <a:buChar char="–"/>
        <a:defRPr sz="1800" kern="1200">
          <a:solidFill>
            <a:schemeClr val="accent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46" userDrawn="1">
          <p15:clr>
            <a:srgbClr val="F26B43"/>
          </p15:clr>
        </p15:guide>
        <p15:guide id="2" pos="7334" userDrawn="1">
          <p15:clr>
            <a:srgbClr val="F26B43"/>
          </p15:clr>
        </p15:guide>
        <p15:guide id="3" orient="horz" pos="346" userDrawn="1">
          <p15:clr>
            <a:srgbClr val="F26B43"/>
          </p15:clr>
        </p15:guide>
        <p15:guide id="4"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s://jumbo-slide-51713893.figma.site/" TargetMode="Externa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6313D-8FFE-FC27-C7B0-12CF8C2ADA1D}"/>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0F9459ED-9283-8B37-2B8A-192F3D1647B9}"/>
              </a:ext>
            </a:extLst>
          </p:cNvPr>
          <p:cNvSpPr>
            <a:spLocks noGrp="1"/>
          </p:cNvSpPr>
          <p:nvPr>
            <p:ph type="title"/>
          </p:nvPr>
        </p:nvSpPr>
        <p:spPr>
          <a:xfrm>
            <a:off x="2132964" y="2867371"/>
            <a:ext cx="7925436" cy="1198192"/>
          </a:xfrm>
        </p:spPr>
        <p:txBody>
          <a:bodyPr/>
          <a:lstStyle/>
          <a:p>
            <a:r>
              <a:rPr lang="en-US" sz="3200" dirty="0"/>
              <a:t>Contextual Intelligence</a:t>
            </a:r>
            <a:br>
              <a:rPr lang="en-US" sz="3200" dirty="0"/>
            </a:br>
            <a:r>
              <a:rPr lang="en-US" sz="3200" dirty="0"/>
              <a:t>at the Point of Action</a:t>
            </a:r>
          </a:p>
        </p:txBody>
      </p:sp>
      <p:sp>
        <p:nvSpPr>
          <p:cNvPr id="5" name="Text Placeholder 4">
            <a:extLst>
              <a:ext uri="{FF2B5EF4-FFF2-40B4-BE49-F238E27FC236}">
                <a16:creationId xmlns:a16="http://schemas.microsoft.com/office/drawing/2014/main" id="{7BA09955-826E-776E-ABED-51BCF2678C24}"/>
              </a:ext>
            </a:extLst>
          </p:cNvPr>
          <p:cNvSpPr>
            <a:spLocks noGrp="1"/>
          </p:cNvSpPr>
          <p:nvPr>
            <p:ph type="body" idx="1"/>
          </p:nvPr>
        </p:nvSpPr>
        <p:spPr/>
        <p:txBody>
          <a:bodyPr/>
          <a:lstStyle/>
          <a:p>
            <a:r>
              <a:rPr lang="en-US" dirty="0"/>
              <a:t>Medical Customer Engagement</a:t>
            </a:r>
          </a:p>
        </p:txBody>
      </p:sp>
      <p:sp>
        <p:nvSpPr>
          <p:cNvPr id="4" name="Content Placeholder 3">
            <a:extLst>
              <a:ext uri="{FF2B5EF4-FFF2-40B4-BE49-F238E27FC236}">
                <a16:creationId xmlns:a16="http://schemas.microsoft.com/office/drawing/2014/main" id="{64C24B74-6BA0-918A-84E6-B059706E7A69}"/>
              </a:ext>
            </a:extLst>
          </p:cNvPr>
          <p:cNvSpPr>
            <a:spLocks noGrp="1"/>
          </p:cNvSpPr>
          <p:nvPr>
            <p:ph sz="quarter" idx="4294967295"/>
          </p:nvPr>
        </p:nvSpPr>
        <p:spPr>
          <a:xfrm>
            <a:off x="3258344" y="4194556"/>
            <a:ext cx="5675312" cy="1463675"/>
          </a:xfrm>
        </p:spPr>
        <p:txBody>
          <a:bodyPr/>
          <a:lstStyle/>
          <a:p>
            <a:pPr algn="ctr"/>
            <a:r>
              <a:rPr lang="en-US" dirty="0"/>
              <a:t>Addressing the MSL need to feel confident in discussions with KOLs; presenting a medical affairs acumen and supporting evidence with credibility.</a:t>
            </a:r>
          </a:p>
        </p:txBody>
      </p:sp>
      <p:sp>
        <p:nvSpPr>
          <p:cNvPr id="2" name="TextBox 1">
            <a:extLst>
              <a:ext uri="{FF2B5EF4-FFF2-40B4-BE49-F238E27FC236}">
                <a16:creationId xmlns:a16="http://schemas.microsoft.com/office/drawing/2014/main" id="{D52BF1C2-ECE1-3462-8F53-1C4BE4B8AE19}"/>
              </a:ext>
            </a:extLst>
          </p:cNvPr>
          <p:cNvSpPr txBox="1"/>
          <p:nvPr/>
        </p:nvSpPr>
        <p:spPr>
          <a:xfrm>
            <a:off x="10347158" y="6617368"/>
            <a:ext cx="0" cy="0"/>
          </a:xfrm>
          <a:prstGeom prst="rect">
            <a:avLst/>
          </a:prstGeom>
          <a:noFill/>
          <a:ln>
            <a:noFill/>
            <a:miter lim="800000"/>
          </a:ln>
        </p:spPr>
        <p:txBody>
          <a:bodyPr wrap="none" lIns="0" tIns="0" rIns="0" bIns="0" rtlCol="0">
            <a:noAutofit/>
          </a:bodyPr>
          <a:lstStyle/>
          <a:p>
            <a:pPr algn="l">
              <a:spcBef>
                <a:spcPts val="600"/>
              </a:spcBef>
              <a:spcAft>
                <a:spcPts val="0"/>
              </a:spcAft>
            </a:pPr>
            <a:endParaRPr lang="en-US" sz="1800" dirty="0" err="1">
              <a:solidFill>
                <a:schemeClr val="accent1"/>
              </a:solidFill>
            </a:endParaRPr>
          </a:p>
        </p:txBody>
      </p:sp>
    </p:spTree>
    <p:extLst>
      <p:ext uri="{BB962C8B-B14F-4D97-AF65-F5344CB8AC3E}">
        <p14:creationId xmlns:p14="http://schemas.microsoft.com/office/powerpoint/2010/main" val="2639048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C0438-7CAC-06D1-66F5-8E729215575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7F9386-D22E-625E-7769-B0624B52C96F}"/>
              </a:ext>
            </a:extLst>
          </p:cNvPr>
          <p:cNvSpPr>
            <a:spLocks noGrp="1"/>
          </p:cNvSpPr>
          <p:nvPr>
            <p:ph idx="1"/>
          </p:nvPr>
        </p:nvSpPr>
        <p:spPr>
          <a:xfrm>
            <a:off x="4608575" y="3793898"/>
            <a:ext cx="7031735" cy="910885"/>
          </a:xfrm>
        </p:spPr>
        <p:txBody>
          <a:bodyPr/>
          <a:lstStyle/>
          <a:p>
            <a:r>
              <a:rPr lang="en-US" dirty="0"/>
              <a:t>When managing ongoing medical engagements, I want to improve scientific exchange and influence HCP behavior, so I can contribute to better patient outcomes.</a:t>
            </a:r>
          </a:p>
        </p:txBody>
      </p:sp>
      <p:sp>
        <p:nvSpPr>
          <p:cNvPr id="4" name="Content Placeholder 3">
            <a:extLst>
              <a:ext uri="{FF2B5EF4-FFF2-40B4-BE49-F238E27FC236}">
                <a16:creationId xmlns:a16="http://schemas.microsoft.com/office/drawing/2014/main" id="{C2130F5D-A7D1-BAB7-49DE-5B8BB8BFB459}"/>
              </a:ext>
            </a:extLst>
          </p:cNvPr>
          <p:cNvSpPr>
            <a:spLocks noGrp="1"/>
          </p:cNvSpPr>
          <p:nvPr>
            <p:ph sz="quarter" idx="10"/>
          </p:nvPr>
        </p:nvSpPr>
        <p:spPr>
          <a:xfrm>
            <a:off x="4621907" y="5326951"/>
            <a:ext cx="7026028" cy="910885"/>
          </a:xfrm>
        </p:spPr>
        <p:txBody>
          <a:bodyPr/>
          <a:lstStyle/>
          <a:p>
            <a:r>
              <a:rPr lang="en-US" dirty="0"/>
              <a:t>When making medical decisions across engagements, I want to feel confident that my judgement and actions are evidence backed and compliant, so I can act with credibility and stand behind my impact. </a:t>
            </a:r>
          </a:p>
        </p:txBody>
      </p:sp>
      <p:sp>
        <p:nvSpPr>
          <p:cNvPr id="5" name="Text Placeholder 4">
            <a:extLst>
              <a:ext uri="{FF2B5EF4-FFF2-40B4-BE49-F238E27FC236}">
                <a16:creationId xmlns:a16="http://schemas.microsoft.com/office/drawing/2014/main" id="{2F54038C-1978-9DCA-D8D3-030F36D15736}"/>
              </a:ext>
            </a:extLst>
          </p:cNvPr>
          <p:cNvSpPr>
            <a:spLocks noGrp="1"/>
          </p:cNvSpPr>
          <p:nvPr>
            <p:ph type="body" sz="quarter" idx="11"/>
          </p:nvPr>
        </p:nvSpPr>
        <p:spPr>
          <a:xfrm>
            <a:off x="4608576" y="2994910"/>
            <a:ext cx="7026028" cy="658368"/>
          </a:xfrm>
        </p:spPr>
        <p:txBody>
          <a:bodyPr/>
          <a:lstStyle/>
          <a:p>
            <a:r>
              <a:rPr lang="en-US" dirty="0"/>
              <a:t>Core Job Description</a:t>
            </a:r>
          </a:p>
        </p:txBody>
      </p:sp>
      <p:sp>
        <p:nvSpPr>
          <p:cNvPr id="6" name="Text Placeholder 5">
            <a:extLst>
              <a:ext uri="{FF2B5EF4-FFF2-40B4-BE49-F238E27FC236}">
                <a16:creationId xmlns:a16="http://schemas.microsoft.com/office/drawing/2014/main" id="{5F8E7ACF-24AE-8FA2-8BEA-E0C210CB3970}"/>
              </a:ext>
            </a:extLst>
          </p:cNvPr>
          <p:cNvSpPr>
            <a:spLocks noGrp="1"/>
          </p:cNvSpPr>
          <p:nvPr>
            <p:ph type="body" sz="quarter" idx="12"/>
          </p:nvPr>
        </p:nvSpPr>
        <p:spPr>
          <a:xfrm>
            <a:off x="4624951" y="4527538"/>
            <a:ext cx="7026028" cy="658368"/>
          </a:xfrm>
        </p:spPr>
        <p:txBody>
          <a:bodyPr/>
          <a:lstStyle/>
          <a:p>
            <a:r>
              <a:rPr lang="en-US" dirty="0"/>
              <a:t>Emotional Job Description</a:t>
            </a:r>
          </a:p>
        </p:txBody>
      </p:sp>
      <p:sp>
        <p:nvSpPr>
          <p:cNvPr id="13" name="Title 12">
            <a:extLst>
              <a:ext uri="{FF2B5EF4-FFF2-40B4-BE49-F238E27FC236}">
                <a16:creationId xmlns:a16="http://schemas.microsoft.com/office/drawing/2014/main" id="{93A94927-D748-C003-BBB5-EB2E1B356583}"/>
              </a:ext>
            </a:extLst>
          </p:cNvPr>
          <p:cNvSpPr>
            <a:spLocks noGrp="1"/>
          </p:cNvSpPr>
          <p:nvPr>
            <p:ph type="title"/>
          </p:nvPr>
        </p:nvSpPr>
        <p:spPr/>
        <p:txBody>
          <a:bodyPr/>
          <a:lstStyle/>
          <a:p>
            <a:r>
              <a:rPr lang="en-US" dirty="0"/>
              <a:t>Melissa – Medical Science Liaison</a:t>
            </a:r>
          </a:p>
        </p:txBody>
      </p:sp>
      <p:sp>
        <p:nvSpPr>
          <p:cNvPr id="2" name="TextBox 1">
            <a:extLst>
              <a:ext uri="{FF2B5EF4-FFF2-40B4-BE49-F238E27FC236}">
                <a16:creationId xmlns:a16="http://schemas.microsoft.com/office/drawing/2014/main" id="{E14B3750-92C5-9121-E279-F906BE5ABE82}"/>
              </a:ext>
            </a:extLst>
          </p:cNvPr>
          <p:cNvSpPr txBox="1"/>
          <p:nvPr/>
        </p:nvSpPr>
        <p:spPr>
          <a:xfrm>
            <a:off x="10347158" y="6617368"/>
            <a:ext cx="0" cy="0"/>
          </a:xfrm>
          <a:prstGeom prst="rect">
            <a:avLst/>
          </a:prstGeom>
          <a:noFill/>
          <a:ln>
            <a:noFill/>
            <a:miter lim="800000"/>
          </a:ln>
        </p:spPr>
        <p:txBody>
          <a:bodyPr wrap="none" lIns="0" tIns="0" rIns="0" bIns="0" rtlCol="0">
            <a:noAutofit/>
          </a:bodyPr>
          <a:lstStyle/>
          <a:p>
            <a:pPr algn="l">
              <a:spcBef>
                <a:spcPts val="600"/>
              </a:spcBef>
              <a:spcAft>
                <a:spcPts val="0"/>
              </a:spcAft>
            </a:pPr>
            <a:endParaRPr lang="en-US" sz="1800" dirty="0" err="1">
              <a:solidFill>
                <a:schemeClr val="accent1"/>
              </a:solidFill>
            </a:endParaRPr>
          </a:p>
        </p:txBody>
      </p:sp>
      <p:sp>
        <p:nvSpPr>
          <p:cNvPr id="12" name="Content Placeholder 2">
            <a:extLst>
              <a:ext uri="{FF2B5EF4-FFF2-40B4-BE49-F238E27FC236}">
                <a16:creationId xmlns:a16="http://schemas.microsoft.com/office/drawing/2014/main" id="{3F527415-17D9-E770-86DE-494698B6D9ED}"/>
              </a:ext>
            </a:extLst>
          </p:cNvPr>
          <p:cNvSpPr txBox="1">
            <a:spLocks/>
          </p:cNvSpPr>
          <p:nvPr/>
        </p:nvSpPr>
        <p:spPr bwMode="auto">
          <a:xfrm>
            <a:off x="4606924" y="1071468"/>
            <a:ext cx="7031735" cy="1924347"/>
          </a:xfrm>
          <a:prstGeom prst="rect">
            <a:avLst/>
          </a:prstGeom>
        </p:spPr>
        <p:txBody>
          <a:bodyPr vert="horz" lIns="0" tIns="0" rIns="0" bIns="0" rtlCol="0" anchor="t">
            <a:noAutofit/>
          </a:bodyPr>
          <a:lstStyle>
            <a:lvl1pPr marL="0" indent="0" algn="l" defTabSz="914400" rtl="0" eaLnBrk="1" latinLnBrk="0" hangingPunct="1">
              <a:lnSpc>
                <a:spcPct val="100000"/>
              </a:lnSpc>
              <a:spcBef>
                <a:spcPts val="1500"/>
              </a:spcBef>
              <a:spcAft>
                <a:spcPts val="0"/>
              </a:spcAft>
              <a:buFont typeface="Arial" panose="020B0604020202020204" pitchFamily="34" charset="0"/>
              <a:buNone/>
              <a:defRPr sz="1800" kern="1200">
                <a:solidFill>
                  <a:schemeClr val="accent1"/>
                </a:solidFill>
                <a:latin typeface="+mn-lt"/>
                <a:ea typeface="+mn-ea"/>
                <a:cs typeface="+mn-cs"/>
              </a:defRPr>
            </a:lvl1pPr>
            <a:lvl2pPr marL="228600" indent="-228600" algn="l" defTabSz="914400" rtl="0" eaLnBrk="1" latinLnBrk="0" hangingPunct="1">
              <a:lnSpc>
                <a:spcPct val="100000"/>
              </a:lnSpc>
              <a:spcBef>
                <a:spcPts val="600"/>
              </a:spcBef>
              <a:spcAft>
                <a:spcPts val="0"/>
              </a:spcAft>
              <a:buClrTx/>
              <a:buFont typeface="Wingdings 2" panose="05020102010507070707" pitchFamily="18" charset="2"/>
              <a:buChar char=""/>
              <a:defRPr sz="1800" kern="1200">
                <a:solidFill>
                  <a:schemeClr val="accent1"/>
                </a:solidFill>
                <a:latin typeface="+mn-lt"/>
                <a:ea typeface="+mn-ea"/>
                <a:cs typeface="+mn-cs"/>
              </a:defRPr>
            </a:lvl2pPr>
            <a:lvl3pPr marL="457200" indent="-228600" algn="l" defTabSz="914400" rtl="0" eaLnBrk="1" latinLnBrk="0" hangingPunct="1">
              <a:lnSpc>
                <a:spcPct val="100000"/>
              </a:lnSpc>
              <a:spcBef>
                <a:spcPts val="600"/>
              </a:spcBef>
              <a:spcAft>
                <a:spcPts val="0"/>
              </a:spcAft>
              <a:buClrTx/>
              <a:buFont typeface="Arial" panose="020B0604020202020204" pitchFamily="34" charset="0"/>
              <a:buChar char="–"/>
              <a:defRPr sz="1800" kern="1200">
                <a:solidFill>
                  <a:schemeClr val="accent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fontAlgn="auto"/>
            <a:r>
              <a:rPr lang="en-US" dirty="0"/>
              <a:t>Acting as a long-term medical partner responsible for planning, executing, and following up on medical engagements; activities such as congresses, advisory boards, medical education, medical inquiries, and evidence generation with KOLs. </a:t>
            </a:r>
          </a:p>
          <a:p>
            <a:pPr fontAlgn="auto"/>
            <a:r>
              <a:rPr lang="en-US" dirty="0"/>
              <a:t>Works under time pressure, strict compliance, and with information spread across CRM and other systems. </a:t>
            </a:r>
          </a:p>
        </p:txBody>
      </p:sp>
      <p:pic>
        <p:nvPicPr>
          <p:cNvPr id="20" name="Picture Placeholder 19" descr="A person standing in front of a group of people&#10;&#10;AI-generated content may be incorrect.">
            <a:extLst>
              <a:ext uri="{FF2B5EF4-FFF2-40B4-BE49-F238E27FC236}">
                <a16:creationId xmlns:a16="http://schemas.microsoft.com/office/drawing/2014/main" id="{0260533B-99DC-3547-4052-02DE1E3B40F4}"/>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3155" t="3048" r="52661" b="3048"/>
          <a:stretch>
            <a:fillRect/>
          </a:stretch>
        </p:blipFill>
        <p:spPr bwMode="auto">
          <a:xfrm>
            <a:off x="-1588" y="0"/>
            <a:ext cx="4065588" cy="6858000"/>
          </a:xfrm>
          <a:prstGeom prst="round1Rect">
            <a:avLst>
              <a:gd name="adj" fmla="val 7543"/>
            </a:avLst>
          </a:prstGeom>
          <a:solidFill>
            <a:srgbClr val="FFFFFF"/>
          </a:solidFill>
          <a:ln w="12700" cap="flat" cmpd="sng" algn="ctr">
            <a:noFill/>
            <a:prstDash val="solid"/>
            <a:miter lim="800000"/>
          </a:ln>
          <a:effectLst>
            <a:outerShdw blurRad="381000" dist="254000" sx="95000" sy="95000" algn="l" rotWithShape="0">
              <a:prstClr val="black">
                <a:alpha val="40000"/>
              </a:prstClr>
            </a:outerShdw>
          </a:effectLst>
        </p:spPr>
      </p:pic>
    </p:spTree>
    <p:extLst>
      <p:ext uri="{BB962C8B-B14F-4D97-AF65-F5344CB8AC3E}">
        <p14:creationId xmlns:p14="http://schemas.microsoft.com/office/powerpoint/2010/main" val="787983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C36AC-14BB-58CD-5F06-72E65FEE417A}"/>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B7804426-6185-4B0D-C7F7-AC3F2A30C49E}"/>
              </a:ext>
            </a:extLst>
          </p:cNvPr>
          <p:cNvSpPr>
            <a:spLocks noGrp="1"/>
          </p:cNvSpPr>
          <p:nvPr>
            <p:ph type="body" idx="1"/>
          </p:nvPr>
        </p:nvSpPr>
        <p:spPr/>
        <p:txBody>
          <a:bodyPr/>
          <a:lstStyle/>
          <a:p>
            <a:r>
              <a:rPr lang="en-US" dirty="0"/>
              <a:t>Medical Customer Engagement</a:t>
            </a:r>
          </a:p>
        </p:txBody>
      </p:sp>
      <p:sp>
        <p:nvSpPr>
          <p:cNvPr id="4" name="Content Placeholder 3">
            <a:extLst>
              <a:ext uri="{FF2B5EF4-FFF2-40B4-BE49-F238E27FC236}">
                <a16:creationId xmlns:a16="http://schemas.microsoft.com/office/drawing/2014/main" id="{EA2C28C7-456C-6A21-FA74-87C9CBD39C1C}"/>
              </a:ext>
            </a:extLst>
          </p:cNvPr>
          <p:cNvSpPr>
            <a:spLocks noGrp="1"/>
          </p:cNvSpPr>
          <p:nvPr>
            <p:ph sz="quarter" idx="4294967295"/>
          </p:nvPr>
        </p:nvSpPr>
        <p:spPr>
          <a:xfrm>
            <a:off x="3070967" y="2869809"/>
            <a:ext cx="6049428" cy="2335237"/>
          </a:xfrm>
        </p:spPr>
        <p:txBody>
          <a:bodyPr/>
          <a:lstStyle/>
          <a:p>
            <a:r>
              <a:rPr lang="en-US" dirty="0"/>
              <a:t>Innovates the way users work with an assistant like product  </a:t>
            </a:r>
          </a:p>
          <a:p>
            <a:pPr marL="514350" lvl="1" indent="-285750">
              <a:buFont typeface="Arial" panose="020B0604020202020204" pitchFamily="34" charset="0"/>
              <a:buChar char="•"/>
            </a:pPr>
            <a:r>
              <a:rPr lang="en-US" dirty="0"/>
              <a:t>Workflows multimodal</a:t>
            </a:r>
          </a:p>
          <a:p>
            <a:pPr marL="514350" lvl="1" indent="-285750">
              <a:buFont typeface="Arial" panose="020B0604020202020204" pitchFamily="34" charset="0"/>
              <a:buChar char="•"/>
            </a:pPr>
            <a:r>
              <a:rPr lang="en-US" dirty="0"/>
              <a:t>Flexible in a way users think, behave, and act </a:t>
            </a:r>
          </a:p>
          <a:p>
            <a:endParaRPr lang="en-US" dirty="0"/>
          </a:p>
          <a:p>
            <a:r>
              <a:rPr lang="en-US" dirty="0"/>
              <a:t>Making Melissa more productive through efficiency gains</a:t>
            </a:r>
          </a:p>
        </p:txBody>
      </p:sp>
      <p:sp>
        <p:nvSpPr>
          <p:cNvPr id="2" name="TextBox 1">
            <a:extLst>
              <a:ext uri="{FF2B5EF4-FFF2-40B4-BE49-F238E27FC236}">
                <a16:creationId xmlns:a16="http://schemas.microsoft.com/office/drawing/2014/main" id="{E5009692-9F71-2C62-ADE3-91B734B99907}"/>
              </a:ext>
            </a:extLst>
          </p:cNvPr>
          <p:cNvSpPr txBox="1"/>
          <p:nvPr/>
        </p:nvSpPr>
        <p:spPr>
          <a:xfrm>
            <a:off x="10347158" y="6617368"/>
            <a:ext cx="0" cy="0"/>
          </a:xfrm>
          <a:prstGeom prst="rect">
            <a:avLst/>
          </a:prstGeom>
          <a:noFill/>
          <a:ln>
            <a:noFill/>
            <a:miter lim="800000"/>
          </a:ln>
        </p:spPr>
        <p:txBody>
          <a:bodyPr wrap="none" lIns="0" tIns="0" rIns="0" bIns="0" rtlCol="0">
            <a:noAutofit/>
          </a:bodyPr>
          <a:lstStyle/>
          <a:p>
            <a:pPr algn="l">
              <a:spcBef>
                <a:spcPts val="600"/>
              </a:spcBef>
              <a:spcAft>
                <a:spcPts val="0"/>
              </a:spcAft>
            </a:pPr>
            <a:endParaRPr lang="en-US" sz="1800" dirty="0" err="1">
              <a:solidFill>
                <a:schemeClr val="accent1"/>
              </a:solidFill>
            </a:endParaRPr>
          </a:p>
        </p:txBody>
      </p:sp>
    </p:spTree>
    <p:extLst>
      <p:ext uri="{BB962C8B-B14F-4D97-AF65-F5344CB8AC3E}">
        <p14:creationId xmlns:p14="http://schemas.microsoft.com/office/powerpoint/2010/main" val="3063313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1A267BA-9A18-728C-130E-A01696B47FF6}"/>
              </a:ext>
            </a:extLst>
          </p:cNvPr>
          <p:cNvSpPr>
            <a:spLocks noGrp="1"/>
          </p:cNvSpPr>
          <p:nvPr>
            <p:ph type="body" idx="1"/>
          </p:nvPr>
        </p:nvSpPr>
        <p:spPr>
          <a:xfrm>
            <a:off x="2666681" y="1449194"/>
            <a:ext cx="6858000" cy="276999"/>
          </a:xfrm>
        </p:spPr>
        <p:txBody>
          <a:bodyPr/>
          <a:lstStyle/>
          <a:p>
            <a:r>
              <a:rPr lang="en-US" dirty="0"/>
              <a:t>Mce north star experience</a:t>
            </a:r>
          </a:p>
        </p:txBody>
      </p:sp>
      <p:pic>
        <p:nvPicPr>
          <p:cNvPr id="6" name="Picture 5">
            <a:extLst>
              <a:ext uri="{FF2B5EF4-FFF2-40B4-BE49-F238E27FC236}">
                <a16:creationId xmlns:a16="http://schemas.microsoft.com/office/drawing/2014/main" id="{35BA16B2-3F61-094E-6E6C-5A8DA8FE7D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6429" y="2020294"/>
            <a:ext cx="5139142" cy="3756988"/>
          </a:xfrm>
          <a:prstGeom prst="rect">
            <a:avLst/>
          </a:prstGeom>
        </p:spPr>
      </p:pic>
      <p:sp>
        <p:nvSpPr>
          <p:cNvPr id="8" name="TextBox 7">
            <a:extLst>
              <a:ext uri="{FF2B5EF4-FFF2-40B4-BE49-F238E27FC236}">
                <a16:creationId xmlns:a16="http://schemas.microsoft.com/office/drawing/2014/main" id="{6613196A-48A1-4FDE-9F2E-E5A035E36616}"/>
              </a:ext>
            </a:extLst>
          </p:cNvPr>
          <p:cNvSpPr txBox="1"/>
          <p:nvPr/>
        </p:nvSpPr>
        <p:spPr>
          <a:xfrm>
            <a:off x="3039414" y="1841679"/>
            <a:ext cx="0" cy="0"/>
          </a:xfrm>
          <a:prstGeom prst="rect">
            <a:avLst/>
          </a:prstGeom>
          <a:noFill/>
          <a:ln>
            <a:noFill/>
            <a:miter lim="800000"/>
          </a:ln>
        </p:spPr>
        <p:txBody>
          <a:bodyPr wrap="none" lIns="0" tIns="0" rIns="0" bIns="0" rtlCol="0">
            <a:noAutofit/>
          </a:bodyPr>
          <a:lstStyle/>
          <a:p>
            <a:pPr algn="l">
              <a:spcBef>
                <a:spcPts val="600"/>
              </a:spcBef>
              <a:spcAft>
                <a:spcPts val="0"/>
              </a:spcAft>
            </a:pPr>
            <a:endParaRPr lang="en-US" sz="1800" dirty="0" err="1">
              <a:solidFill>
                <a:schemeClr val="accent1"/>
              </a:solidFill>
            </a:endParaRPr>
          </a:p>
        </p:txBody>
      </p:sp>
    </p:spTree>
    <p:extLst>
      <p:ext uri="{BB962C8B-B14F-4D97-AF65-F5344CB8AC3E}">
        <p14:creationId xmlns:p14="http://schemas.microsoft.com/office/powerpoint/2010/main" val="2563194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D1B2654-E83E-FBF0-0589-AE91B31C9144}"/>
              </a:ext>
            </a:extLst>
          </p:cNvPr>
          <p:cNvSpPr>
            <a:spLocks noGrp="1"/>
          </p:cNvSpPr>
          <p:nvPr>
            <p:ph type="title"/>
          </p:nvPr>
        </p:nvSpPr>
        <p:spPr>
          <a:xfrm>
            <a:off x="548640" y="2867371"/>
            <a:ext cx="7772400" cy="2609602"/>
          </a:xfrm>
        </p:spPr>
        <p:txBody>
          <a:bodyPr anchor="t"/>
          <a:lstStyle/>
          <a:p>
            <a:r>
              <a:rPr lang="en-US" sz="2400" dirty="0"/>
              <a:t>is a product assistant that is:</a:t>
            </a:r>
            <a:br>
              <a:rPr lang="en-US" sz="2400" dirty="0"/>
            </a:br>
            <a:br>
              <a:rPr lang="en-US" sz="2400" dirty="0"/>
            </a:br>
            <a:r>
              <a:rPr lang="en-US" sz="2400" dirty="0"/>
              <a:t>contextually aware of </a:t>
            </a:r>
            <a:r>
              <a:rPr lang="en-US" sz="2400" u="sng" dirty="0"/>
              <a:t>who</a:t>
            </a:r>
            <a:r>
              <a:rPr lang="en-US" sz="2400" dirty="0"/>
              <a:t> the user is</a:t>
            </a:r>
            <a:br>
              <a:rPr lang="en-US" sz="2400" dirty="0"/>
            </a:br>
            <a:r>
              <a:rPr lang="en-US" sz="2400" dirty="0"/>
              <a:t>contextually aware of </a:t>
            </a:r>
            <a:r>
              <a:rPr lang="en-US" sz="2400" u="sng" dirty="0"/>
              <a:t>where</a:t>
            </a:r>
            <a:r>
              <a:rPr lang="en-US" sz="2400" dirty="0"/>
              <a:t> the user is</a:t>
            </a:r>
            <a:br>
              <a:rPr lang="en-US" sz="2400" dirty="0"/>
            </a:br>
            <a:r>
              <a:rPr lang="en-US" sz="2400" dirty="0"/>
              <a:t>contextually aware of the </a:t>
            </a:r>
            <a:r>
              <a:rPr lang="en-US" sz="2400" u="sng" dirty="0"/>
              <a:t>outcomes</a:t>
            </a:r>
            <a:r>
              <a:rPr lang="en-US" sz="2400" dirty="0"/>
              <a:t> set by the user</a:t>
            </a:r>
            <a:br>
              <a:rPr lang="en-US" sz="2400" dirty="0"/>
            </a:br>
            <a:br>
              <a:rPr lang="en-US" sz="2400" dirty="0"/>
            </a:br>
            <a:r>
              <a:rPr lang="en-US" sz="2400" dirty="0"/>
              <a:t>while keeping the user at the epicenter</a:t>
            </a:r>
          </a:p>
        </p:txBody>
      </p:sp>
      <p:sp>
        <p:nvSpPr>
          <p:cNvPr id="7" name="Text Placeholder 6">
            <a:extLst>
              <a:ext uri="{FF2B5EF4-FFF2-40B4-BE49-F238E27FC236}">
                <a16:creationId xmlns:a16="http://schemas.microsoft.com/office/drawing/2014/main" id="{57858F9B-E451-F264-B542-0ABE686E51FD}"/>
              </a:ext>
            </a:extLst>
          </p:cNvPr>
          <p:cNvSpPr>
            <a:spLocks noGrp="1"/>
          </p:cNvSpPr>
          <p:nvPr>
            <p:ph type="body" idx="1"/>
          </p:nvPr>
        </p:nvSpPr>
        <p:spPr/>
        <p:txBody>
          <a:bodyPr/>
          <a:lstStyle/>
          <a:p>
            <a:r>
              <a:rPr lang="en-US" dirty="0"/>
              <a:t>Mce north star experience</a:t>
            </a:r>
          </a:p>
        </p:txBody>
      </p:sp>
      <p:sp>
        <p:nvSpPr>
          <p:cNvPr id="8" name="TextBox 7">
            <a:extLst>
              <a:ext uri="{FF2B5EF4-FFF2-40B4-BE49-F238E27FC236}">
                <a16:creationId xmlns:a16="http://schemas.microsoft.com/office/drawing/2014/main" id="{EF185404-954C-84E2-262D-8DC35B4513B6}"/>
              </a:ext>
            </a:extLst>
          </p:cNvPr>
          <p:cNvSpPr txBox="1"/>
          <p:nvPr/>
        </p:nvSpPr>
        <p:spPr>
          <a:xfrm>
            <a:off x="548640" y="6244390"/>
            <a:ext cx="2767264" cy="336884"/>
          </a:xfrm>
          <a:prstGeom prst="rect">
            <a:avLst/>
          </a:prstGeom>
          <a:noFill/>
          <a:ln>
            <a:noFill/>
            <a:miter lim="800000"/>
          </a:ln>
        </p:spPr>
        <p:txBody>
          <a:bodyPr wrap="none" lIns="0" tIns="0" rIns="0" bIns="0" rtlCol="0">
            <a:noAutofit/>
          </a:bodyPr>
          <a:lstStyle/>
          <a:p>
            <a:pPr>
              <a:spcBef>
                <a:spcPts val="600"/>
              </a:spcBef>
              <a:spcAft>
                <a:spcPts val="0"/>
              </a:spcAft>
            </a:pPr>
            <a:r>
              <a:rPr lang="en-US" sz="1800" dirty="0">
                <a:solidFill>
                  <a:schemeClr val="bg2"/>
                </a:solidFill>
                <a:hlinkClick r:id="rId3">
                  <a:extLst>
                    <a:ext uri="{A12FA001-AC4F-418D-AE19-62706E023703}">
                      <ahyp:hlinkClr xmlns:ahyp="http://schemas.microsoft.com/office/drawing/2018/hyperlinkcolor" val="tx"/>
                    </a:ext>
                  </a:extLst>
                </a:hlinkClick>
              </a:rPr>
              <a:t>MCE North Star prototype</a:t>
            </a:r>
            <a:endParaRPr lang="en-US" sz="1800" dirty="0">
              <a:solidFill>
                <a:schemeClr val="bg2"/>
              </a:solidFill>
            </a:endParaRPr>
          </a:p>
        </p:txBody>
      </p:sp>
    </p:spTree>
    <p:extLst>
      <p:ext uri="{BB962C8B-B14F-4D97-AF65-F5344CB8AC3E}">
        <p14:creationId xmlns:p14="http://schemas.microsoft.com/office/powerpoint/2010/main" val="1345506027"/>
      </p:ext>
    </p:extLst>
  </p:cSld>
  <p:clrMapOvr>
    <a:masterClrMapping/>
  </p:clrMapOvr>
</p:sld>
</file>

<file path=ppt/theme/theme1.xml><?xml version="1.0" encoding="utf-8"?>
<a:theme xmlns:a="http://schemas.openxmlformats.org/drawingml/2006/main" name="ZS PPT 16x9">
  <a:themeElements>
    <a:clrScheme name="ZAIDYN 2026">
      <a:dk1>
        <a:srgbClr val="000000"/>
      </a:dk1>
      <a:lt1>
        <a:srgbClr val="FFFFFF"/>
      </a:lt1>
      <a:dk2>
        <a:srgbClr val="75737D"/>
      </a:dk2>
      <a:lt2>
        <a:srgbClr val="EC7200"/>
      </a:lt2>
      <a:accent1>
        <a:srgbClr val="1A1628"/>
      </a:accent1>
      <a:accent2>
        <a:srgbClr val="32A29B"/>
      </a:accent2>
      <a:accent3>
        <a:srgbClr val="8D58FD"/>
      </a:accent3>
      <a:accent4>
        <a:srgbClr val="EC7200"/>
      </a:accent4>
      <a:accent5>
        <a:srgbClr val="EAC858"/>
      </a:accent5>
      <a:accent6>
        <a:srgbClr val="7FD07D"/>
      </a:accent6>
      <a:hlink>
        <a:srgbClr val="1A1628"/>
      </a:hlink>
      <a:folHlink>
        <a:srgbClr val="EC72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w="9525">
          <a:solidFill>
            <a:schemeClr val="accent2"/>
          </a:solidFill>
        </a:ln>
      </a:spPr>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lgn="ctr">
          <a:spcBef>
            <a:spcPts val="600"/>
          </a:spcBef>
          <a:spcAft>
            <a:spcPts val="0"/>
          </a:spcAft>
          <a:defRPr sz="1800" dirty="0" err="1" smtClean="0">
            <a:solidFill>
              <a:schemeClr val="accent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accent2"/>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a:noFill/>
          <a:miter lim="800000"/>
        </a:ln>
      </a:spPr>
      <a:bodyPr wrap="none" lIns="0" tIns="0" rIns="0" bIns="0" rtlCol="0">
        <a:noAutofit/>
      </a:bodyPr>
      <a:lstStyle>
        <a:defPPr algn="l">
          <a:spcBef>
            <a:spcPts val="600"/>
          </a:spcBef>
          <a:spcAft>
            <a:spcPts val="0"/>
          </a:spcAft>
          <a:defRPr sz="1800" dirty="0" err="1" smtClean="0">
            <a:solidFill>
              <a:schemeClr val="accent1"/>
            </a:solidFill>
          </a:defRPr>
        </a:defPPr>
      </a:lstStyle>
    </a:txDef>
  </a:objectDefaults>
  <a:extraClrSchemeLst/>
  <a:custClrLst>
    <a:custClr name="Purple">
      <a:srgbClr val="8F5AFF"/>
    </a:custClr>
    <a:custClr name="80% Gray">
      <a:srgbClr val="474554"/>
    </a:custClr>
    <a:custClr name="60% Gray">
      <a:srgbClr val="75737D"/>
    </a:custClr>
    <a:custClr name="40% Gray">
      <a:srgbClr val="A3A1A8"/>
    </a:custClr>
    <a:custClr name="20% Gray">
      <a:srgbClr val="D1D0D4"/>
    </a:custClr>
    <a:custClr name="Light Gray">
      <a:srgbClr val="F4F3F3"/>
    </a:custClr>
  </a:custClrLst>
  <a:extLst>
    <a:ext uri="{05A4C25C-085E-4340-85A3-A5531E510DB2}">
      <thm15:themeFamily xmlns:thm15="http://schemas.microsoft.com/office/thememl/2012/main" name="Presentation2" id="{85D9527D-CFA9-4D68-A07A-CCAB098BB4CF}" vid="{E791B344-2425-4BC3-B3B3-B16447F1DA46}"/>
    </a:ext>
  </a:extLst>
</a:theme>
</file>

<file path=ppt/theme/theme2.xml><?xml version="1.0" encoding="utf-8"?>
<a:theme xmlns:a="http://schemas.openxmlformats.org/drawingml/2006/main" name="Office Theme">
  <a:themeElements>
    <a:clrScheme name="ZS 2020 Colors">
      <a:dk1>
        <a:srgbClr val="1A1628"/>
      </a:dk1>
      <a:lt1>
        <a:srgbClr val="FFFFFF"/>
      </a:lt1>
      <a:dk2>
        <a:srgbClr val="75737D"/>
      </a:dk2>
      <a:lt2>
        <a:srgbClr val="EC7200"/>
      </a:lt2>
      <a:accent1>
        <a:srgbClr val="1A1628"/>
      </a:accent1>
      <a:accent2>
        <a:srgbClr val="EC7200"/>
      </a:accent2>
      <a:accent3>
        <a:srgbClr val="32A29B"/>
      </a:accent3>
      <a:accent4>
        <a:srgbClr val="EAC959"/>
      </a:accent4>
      <a:accent5>
        <a:srgbClr val="408CFF"/>
      </a:accent5>
      <a:accent6>
        <a:srgbClr val="7FD07D"/>
      </a:accent6>
      <a:hlink>
        <a:srgbClr val="1A1628"/>
      </a:hlink>
      <a:folHlink>
        <a:srgbClr val="EC72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ZS 2020 Colors">
      <a:dk1>
        <a:srgbClr val="1A1628"/>
      </a:dk1>
      <a:lt1>
        <a:srgbClr val="FFFFFF"/>
      </a:lt1>
      <a:dk2>
        <a:srgbClr val="75737D"/>
      </a:dk2>
      <a:lt2>
        <a:srgbClr val="EC7200"/>
      </a:lt2>
      <a:accent1>
        <a:srgbClr val="1A1628"/>
      </a:accent1>
      <a:accent2>
        <a:srgbClr val="EC7200"/>
      </a:accent2>
      <a:accent3>
        <a:srgbClr val="32A29B"/>
      </a:accent3>
      <a:accent4>
        <a:srgbClr val="EAC959"/>
      </a:accent4>
      <a:accent5>
        <a:srgbClr val="408CFF"/>
      </a:accent5>
      <a:accent6>
        <a:srgbClr val="7FD07D"/>
      </a:accent6>
      <a:hlink>
        <a:srgbClr val="1A1628"/>
      </a:hlink>
      <a:folHlink>
        <a:srgbClr val="EC72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525"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D09FC70-C53B-456E-B40A-B003CCFCE2CA}">
  <we:reference id="bc854cf1-a8f8-4108-bb0c-7ead9d48d8ad" version="1.0.0.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B76110F9859F04FAC6777813A2F38E1" ma:contentTypeVersion="21" ma:contentTypeDescription="Create a new document." ma:contentTypeScope="" ma:versionID="27117e6dc602a55b9b7ab454f3cf388a">
  <xsd:schema xmlns:xsd="http://www.w3.org/2001/XMLSchema" xmlns:xs="http://www.w3.org/2001/XMLSchema" xmlns:p="http://schemas.microsoft.com/office/2006/metadata/properties" xmlns:ns2="fe0d36ec-9abb-4ce5-b2da-fe2e5e599268" xmlns:ns3="83d2b209-8725-4b16-ab4c-c0607e0adc50" targetNamespace="http://schemas.microsoft.com/office/2006/metadata/properties" ma:root="true" ma:fieldsID="2b676041ac0a5134810c60bbd394105d" ns2:_="" ns3:_="">
    <xsd:import namespace="fe0d36ec-9abb-4ce5-b2da-fe2e5e599268"/>
    <xsd:import namespace="83d2b209-8725-4b16-ab4c-c0607e0adc5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Password"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0d36ec-9abb-4ce5-b2da-fe2e5e5992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003f1f4f-fe90-473e-a893-ee8dfa259cd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Password" ma:index="26" nillable="true" ma:displayName="Password" ma:description="!ty@g20r" ma:format="Dropdown" ma:internalName="Password">
      <xsd:simpleType>
        <xsd:restriction base="dms:Text">
          <xsd:maxLength value="255"/>
        </xsd:restrictio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3d2b209-8725-4b16-ab4c-c0607e0adc5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2c02aaab-5d09-40ef-ba32-c498bafe8a50}" ma:internalName="TaxCatchAll" ma:showField="CatchAllData" ma:web="83d2b209-8725-4b16-ab4c-c0607e0adc5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83d2b209-8725-4b16-ab4c-c0607e0adc50" xsi:nil="true"/>
    <lcf76f155ced4ddcb4097134ff3c332f xmlns="fe0d36ec-9abb-4ce5-b2da-fe2e5e599268">
      <Terms xmlns="http://schemas.microsoft.com/office/infopath/2007/PartnerControls"/>
    </lcf76f155ced4ddcb4097134ff3c332f>
    <Password xmlns="fe0d36ec-9abb-4ce5-b2da-fe2e5e599268" xsi:nil="true"/>
  </documentManagement>
</p:properties>
</file>

<file path=customXml/itemProps1.xml><?xml version="1.0" encoding="utf-8"?>
<ds:datastoreItem xmlns:ds="http://schemas.openxmlformats.org/officeDocument/2006/customXml" ds:itemID="{4EBE04F6-7BCF-41BB-BFDE-2B07D5EA9227}">
  <ds:schemaRefs>
    <ds:schemaRef ds:uri="http://schemas.microsoft.com/sharepoint/v3/contenttype/forms"/>
  </ds:schemaRefs>
</ds:datastoreItem>
</file>

<file path=customXml/itemProps2.xml><?xml version="1.0" encoding="utf-8"?>
<ds:datastoreItem xmlns:ds="http://schemas.openxmlformats.org/officeDocument/2006/customXml" ds:itemID="{F3F749E2-8DC8-4FC7-BF27-1057F7D9EBEC}">
  <ds:schemaRefs>
    <ds:schemaRef ds:uri="83d2b209-8725-4b16-ab4c-c0607e0adc50"/>
    <ds:schemaRef ds:uri="fe0d36ec-9abb-4ce5-b2da-fe2e5e59926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8584C74-4BE8-47B3-9AD1-94A85EB28CAC}">
  <ds:schemaRefs>
    <ds:schemaRef ds:uri="83d2b209-8725-4b16-ab4c-c0607e0adc50"/>
    <ds:schemaRef ds:uri="http://purl.org/dc/elements/1.1/"/>
    <ds:schemaRef ds:uri="http://purl.org/dc/terms/"/>
    <ds:schemaRef ds:uri="http://schemas.openxmlformats.org/package/2006/metadata/core-properties"/>
    <ds:schemaRef ds:uri="http://www.w3.org/XML/1998/namespace"/>
    <ds:schemaRef ds:uri="http://purl.org/dc/dcmitype/"/>
    <ds:schemaRef ds:uri="http://schemas.microsoft.com/office/infopath/2007/PartnerControls"/>
    <ds:schemaRef ds:uri="http://schemas.microsoft.com/office/2006/documentManagement/types"/>
    <ds:schemaRef ds:uri="fe0d36ec-9abb-4ce5-b2da-fe2e5e599268"/>
    <ds:schemaRef ds:uri="http://schemas.microsoft.com/office/2006/metadata/properties"/>
  </ds:schemaRefs>
</ds:datastoreItem>
</file>

<file path=docMetadata/LabelInfo.xml><?xml version="1.0" encoding="utf-8"?>
<clbl:labelList xmlns:clbl="http://schemas.microsoft.com/office/2020/mipLabelMetadata">
  <clbl:label id="{7ffb99db-04b0-4879-8e73-d3174e57b086}" enabled="1" method="Standard" siteId="{ec3c7dee-d552-494b-a393-7f941a90b985}" removed="0"/>
</clbl:labelList>
</file>

<file path=docProps/app.xml><?xml version="1.0" encoding="utf-8"?>
<Properties xmlns="http://schemas.openxmlformats.org/officeDocument/2006/extended-properties" xmlns:vt="http://schemas.openxmlformats.org/officeDocument/2006/docPropsVTypes">
  <Template>ZS PPT 16x9</Template>
  <TotalTime>353</TotalTime>
  <Words>514</Words>
  <Application>Microsoft Macintosh PowerPoint</Application>
  <PresentationFormat>Widescreen</PresentationFormat>
  <Paragraphs>45</Paragraphs>
  <Slides>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Wingdings</vt:lpstr>
      <vt:lpstr>Wingdings 2</vt:lpstr>
      <vt:lpstr>ZS PPT 16x9</vt:lpstr>
      <vt:lpstr>Contextual Intelligence at the Point of Action</vt:lpstr>
      <vt:lpstr>Melissa – Medical Science Liaison</vt:lpstr>
      <vt:lpstr>PowerPoint Presentation</vt:lpstr>
      <vt:lpstr>PowerPoint Presentation</vt:lpstr>
      <vt:lpstr>is a product assistant that is:  contextually aware of who the user is contextually aware of where the user is contextually aware of the outcomes set by the user  while keeping the user at the epicenter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Neil Warner</dc:creator>
  <cp:lastModifiedBy>Thomas Boyer</cp:lastModifiedBy>
  <cp:revision>14</cp:revision>
  <dcterms:created xsi:type="dcterms:W3CDTF">2021-09-13T19:51:43Z</dcterms:created>
  <dcterms:modified xsi:type="dcterms:W3CDTF">2026-03-18T15:50:17Z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UseFileName">
    <vt:bool>false</vt:bool>
  </property>
  <property fmtid="{D5CDD505-2E9C-101B-9397-08002B2CF9AE}" pid="3" name="UsePageNumber">
    <vt:bool>true</vt:bool>
  </property>
  <property fmtid="{D5CDD505-2E9C-101B-9397-08002B2CF9AE}" pid="4" name="ContentTypeId">
    <vt:lpwstr>0x010100EB76110F9859F04FAC6777813A2F38E1</vt:lpwstr>
  </property>
  <property fmtid="{D5CDD505-2E9C-101B-9397-08002B2CF9AE}" pid="5" name="TaxKeyword">
    <vt:lpwstr>407;#ZS|356bc6a6-127e-4b03-84ea-e42b6b38275e</vt:lpwstr>
  </property>
  <property fmtid="{D5CDD505-2E9C-101B-9397-08002B2CF9AE}" pid="6" name="MediaServiceImageTags">
    <vt:lpwstr/>
  </property>
</Properties>
</file>
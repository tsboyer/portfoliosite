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0"/>
  </p:notesMasterIdLst>
  <p:sldIdLst>
    <p:sldId id="2147474871" r:id="rId2"/>
    <p:sldId id="309" r:id="rId3"/>
    <p:sldId id="260" r:id="rId4"/>
    <p:sldId id="256" r:id="rId5"/>
    <p:sldId id="2147474873"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X Overview CE" id="{F14F1818-559B-A942-9BC3-4A6E6D5F47C5}">
          <p14:sldIdLst>
            <p14:sldId id="2147474871"/>
            <p14:sldId id="309"/>
            <p14:sldId id="260"/>
          </p14:sldIdLst>
        </p14:section>
        <p14:section name="Research" id="{8DDBE51B-84FB-F942-B442-2136CCE40A7C}">
          <p14:sldIdLst>
            <p14:sldId id="256"/>
            <p14:sldId id="2147474873"/>
            <p14:sldId id="261"/>
            <p14:sldId id="262"/>
            <p14:sldId id="26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DDC6BF6-6101-3A1C-0977-35A6EE6360A3}" name="Ross Teague" initials="" userId="S::ross.teague@zs.com::ce382696-a414-4dcb-bb78-784e036c79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72"/>
    <p:restoredTop sz="71538"/>
  </p:normalViewPr>
  <p:slideViewPr>
    <p:cSldViewPr snapToGrid="0">
      <p:cViewPr varScale="1">
        <p:scale>
          <a:sx n="113" d="100"/>
          <a:sy n="113" d="100"/>
        </p:scale>
        <p:origin x="17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E98BA6-4C6D-415E-A6CE-F45ACFF06E4E}" type="datetimeFigureOut">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A09AE-743F-4C41-BC7A-906746324A16}" type="slidenum">
              <a:t>‹#›</a:t>
            </a:fld>
            <a:endParaRPr lang="en-US"/>
          </a:p>
        </p:txBody>
      </p:sp>
    </p:spTree>
    <p:extLst>
      <p:ext uri="{BB962C8B-B14F-4D97-AF65-F5344CB8AC3E}">
        <p14:creationId xmlns:p14="http://schemas.microsoft.com/office/powerpoint/2010/main" val="1389999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6D2AF-F9A1-549A-50C8-2F1BC9165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99168-1E9C-4305-9112-4108E6C8A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A8941-8450-AEF0-98F0-E830216652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48E75C-6D53-CC62-DDA1-FBFA3580A447}"/>
              </a:ext>
            </a:extLst>
          </p:cNvPr>
          <p:cNvSpPr>
            <a:spLocks noGrp="1"/>
          </p:cNvSpPr>
          <p:nvPr>
            <p:ph type="sldNum" sz="quarter" idx="5"/>
          </p:nvPr>
        </p:nvSpPr>
        <p:spPr/>
        <p:txBody>
          <a:bodyPr/>
          <a:lstStyle/>
          <a:p>
            <a:pPr>
              <a:defRPr/>
            </a:pPr>
            <a:fld id="{5F55DF97-AFFE-42B5-8269-4299C3F7272F}" type="slidenum">
              <a:rPr lang="en-US" smtClean="0"/>
              <a:pPr>
                <a:defRPr/>
              </a:pPr>
              <a:t>1</a:t>
            </a:fld>
            <a:endParaRPr lang="en-US"/>
          </a:p>
        </p:txBody>
      </p:sp>
    </p:spTree>
    <p:extLst>
      <p:ext uri="{BB962C8B-B14F-4D97-AF65-F5344CB8AC3E}">
        <p14:creationId xmlns:p14="http://schemas.microsoft.com/office/powerpoint/2010/main" val="1019038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3A09AE-743F-4C41-BC7A-906746324A16}" type="slidenum">
              <a:rPr lang="en-US" smtClean="0"/>
              <a:t>2</a:t>
            </a:fld>
            <a:endParaRPr lang="en-US"/>
          </a:p>
        </p:txBody>
      </p:sp>
    </p:spTree>
    <p:extLst>
      <p:ext uri="{BB962C8B-B14F-4D97-AF65-F5344CB8AC3E}">
        <p14:creationId xmlns:p14="http://schemas.microsoft.com/office/powerpoint/2010/main" val="3543275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3A09AE-743F-4C41-BC7A-906746324A16}" type="slidenum">
              <a:rPr lang="en-US" smtClean="0"/>
              <a:t>3</a:t>
            </a:fld>
            <a:endParaRPr lang="en-US"/>
          </a:p>
        </p:txBody>
      </p:sp>
    </p:spTree>
    <p:extLst>
      <p:ext uri="{BB962C8B-B14F-4D97-AF65-F5344CB8AC3E}">
        <p14:creationId xmlns:p14="http://schemas.microsoft.com/office/powerpoint/2010/main" val="1611086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F55DF97-AFFE-42B5-8269-4299C3F7272F}" type="slidenum">
              <a:rPr lang="en-US" smtClean="0"/>
              <a:pPr>
                <a:defRPr/>
              </a:pPr>
              <a:t>4</a:t>
            </a:fld>
            <a:endParaRPr lang="en-US"/>
          </a:p>
        </p:txBody>
      </p:sp>
    </p:spTree>
    <p:extLst>
      <p:ext uri="{BB962C8B-B14F-4D97-AF65-F5344CB8AC3E}">
        <p14:creationId xmlns:p14="http://schemas.microsoft.com/office/powerpoint/2010/main" val="400961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BF488-BBD1-BEC5-9684-8C3969BF1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3FF76-90C3-121E-16F2-0F0622DEC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7CF1C-FF11-E617-094E-8606CE69E300}"/>
              </a:ext>
            </a:extLst>
          </p:cNvPr>
          <p:cNvSpPr>
            <a:spLocks noGrp="1"/>
          </p:cNvSpPr>
          <p:nvPr>
            <p:ph type="body" idx="1"/>
          </p:nvPr>
        </p:nvSpPr>
        <p:spPr/>
        <p:txBody>
          <a:bodyPr/>
          <a:lstStyle/>
          <a:p>
            <a:r>
              <a:rPr lang="en-US" b="1"/>
              <a:t>Sales teams are highly collaborative</a:t>
            </a:r>
            <a:endParaRPr lang="en-US">
              <a:solidFill>
                <a:srgbClr val="000000"/>
              </a:solidFill>
            </a:endParaRPr>
          </a:p>
          <a:p>
            <a:pPr>
              <a:spcBef>
                <a:spcPts val="1500"/>
              </a:spcBef>
              <a:spcAft>
                <a:spcPts val="0"/>
              </a:spcAft>
            </a:pPr>
            <a:endParaRPr lang="en-US">
              <a:latin typeface="Arial"/>
              <a:cs typeface="Arial"/>
            </a:endParaRPr>
          </a:p>
          <a:p>
            <a:pPr>
              <a:spcBef>
                <a:spcPts val="1500"/>
              </a:spcBef>
              <a:spcAft>
                <a:spcPts val="0"/>
              </a:spcAft>
            </a:pPr>
            <a:r>
              <a:rPr lang="en-US">
                <a:latin typeface="Arial"/>
                <a:cs typeface="Arial"/>
              </a:rPr>
              <a:t>Tracking individual rep’s sales activity is not enough to provide full value. Design updates created opportunities for collaboration by making rep actions – visits, </a:t>
            </a:r>
            <a:r>
              <a:rPr lang="en-US" err="1">
                <a:latin typeface="Arial"/>
                <a:cs typeface="Arial"/>
              </a:rPr>
              <a:t>calls,email</a:t>
            </a:r>
            <a:r>
              <a:rPr lang="en-US">
                <a:latin typeface="Arial"/>
                <a:cs typeface="Arial"/>
              </a:rPr>
              <a:t> – visible across sales teams</a:t>
            </a:r>
            <a:endParaRPr lang="en-US">
              <a:solidFill>
                <a:srgbClr val="000000"/>
              </a:solidFill>
              <a:latin typeface="Arial"/>
              <a:cs typeface="Arial"/>
            </a:endParaRPr>
          </a:p>
          <a:p>
            <a:pPr>
              <a:spcBef>
                <a:spcPts val="1500"/>
              </a:spcBef>
              <a:spcAft>
                <a:spcPts val="0"/>
              </a:spcAft>
            </a:pPr>
            <a:endParaRPr lang="en-US">
              <a:solidFill>
                <a:srgbClr val="000000"/>
              </a:solidFill>
            </a:endParaRPr>
          </a:p>
          <a:p>
            <a:pPr marL="285750" indent="-285750">
              <a:spcBef>
                <a:spcPts val="1500"/>
              </a:spcBef>
              <a:spcAft>
                <a:spcPts val="0"/>
              </a:spcAft>
              <a:buFont typeface="Symbol,Sans-Serif"/>
              <a:buChar char="•"/>
            </a:pPr>
            <a:r>
              <a:rPr lang="en-US">
                <a:latin typeface="Arial"/>
                <a:cs typeface="Arial"/>
              </a:rPr>
              <a:t>I found overlap with my sales partner’s email send outs, but it takes a few clicks to check email history through Veeva CRM... we would have sent to the same </a:t>
            </a:r>
            <a:r>
              <a:rPr lang="en-US" err="1">
                <a:latin typeface="Arial"/>
                <a:cs typeface="Arial"/>
              </a:rPr>
              <a:t>peopleon</a:t>
            </a:r>
            <a:r>
              <a:rPr lang="en-US">
                <a:latin typeface="Arial"/>
                <a:cs typeface="Arial"/>
              </a:rPr>
              <a:t> the same day if I didn’t check what had already gone out - Lilly Territory Manager </a:t>
            </a:r>
            <a:endParaRPr lang="en-US">
              <a:solidFill>
                <a:srgbClr val="000000"/>
              </a:solidFill>
              <a:latin typeface="Arial"/>
              <a:cs typeface="Arial"/>
            </a:endParaRPr>
          </a:p>
          <a:p>
            <a:pPr marL="285750" indent="-285750">
              <a:spcBef>
                <a:spcPts val="1500"/>
              </a:spcBef>
              <a:spcAft>
                <a:spcPts val="0"/>
              </a:spcAft>
              <a:buFont typeface="Symbol,Sans-Serif"/>
              <a:buChar char="•"/>
            </a:pPr>
            <a:r>
              <a:rPr lang="en-US">
                <a:latin typeface="Arial"/>
                <a:cs typeface="Arial"/>
              </a:rPr>
              <a:t>Normally every Thursday, over teams or over the phone, we're both looking at the app to go through and decide who we’ll see every week. We’ve developed </a:t>
            </a:r>
            <a:r>
              <a:rPr lang="en-US" err="1">
                <a:latin typeface="Arial"/>
                <a:cs typeface="Arial"/>
              </a:rPr>
              <a:t>thismethod</a:t>
            </a:r>
            <a:r>
              <a:rPr lang="en-US">
                <a:latin typeface="Arial"/>
                <a:cs typeface="Arial"/>
              </a:rPr>
              <a:t> to collaborate... but it would be lovely to have this on (one) page. – </a:t>
            </a:r>
            <a:r>
              <a:rPr lang="en-US" err="1">
                <a:latin typeface="Arial"/>
                <a:cs typeface="Arial"/>
              </a:rPr>
              <a:t>ViiV</a:t>
            </a:r>
            <a:r>
              <a:rPr lang="en-US">
                <a:latin typeface="Arial"/>
                <a:cs typeface="Arial"/>
              </a:rPr>
              <a:t> Territory Account Manager</a:t>
            </a:r>
            <a:endParaRPr lang="en-US">
              <a:solidFill>
                <a:srgbClr val="000000"/>
              </a:solidFill>
              <a:latin typeface="Arial"/>
              <a:cs typeface="Arial"/>
            </a:endParaRPr>
          </a:p>
          <a:p>
            <a:pPr marL="285750" indent="-285750">
              <a:spcBef>
                <a:spcPts val="1500"/>
              </a:spcBef>
              <a:spcAft>
                <a:spcPts val="0"/>
              </a:spcAft>
              <a:buFont typeface="Symbol,Sans-Serif"/>
              <a:buChar char="•"/>
            </a:pPr>
            <a:r>
              <a:rPr lang="en-US">
                <a:latin typeface="Arial"/>
                <a:cs typeface="Arial"/>
              </a:rPr>
              <a:t>When we do a team (training) session, first thing we do, I say “let me see your iPad,” then I'm going through it myself and saying, “who are we </a:t>
            </a:r>
            <a:r>
              <a:rPr lang="en-US" err="1">
                <a:latin typeface="Arial"/>
                <a:cs typeface="Arial"/>
              </a:rPr>
              <a:t>gonna</a:t>
            </a:r>
            <a:r>
              <a:rPr lang="en-US">
                <a:latin typeface="Arial"/>
                <a:cs typeface="Arial"/>
              </a:rPr>
              <a:t> go see today?” -UCB District Manager</a:t>
            </a:r>
          </a:p>
          <a:p>
            <a:endParaRPr lang="en-US"/>
          </a:p>
        </p:txBody>
      </p:sp>
      <p:sp>
        <p:nvSpPr>
          <p:cNvPr id="4" name="Slide Number Placeholder 3">
            <a:extLst>
              <a:ext uri="{FF2B5EF4-FFF2-40B4-BE49-F238E27FC236}">
                <a16:creationId xmlns:a16="http://schemas.microsoft.com/office/drawing/2014/main" id="{A244CCCF-EB1A-CE79-19E9-50D89A4389F8}"/>
              </a:ext>
            </a:extLst>
          </p:cNvPr>
          <p:cNvSpPr>
            <a:spLocks noGrp="1"/>
          </p:cNvSpPr>
          <p:nvPr>
            <p:ph type="sldNum" sz="quarter" idx="5"/>
          </p:nvPr>
        </p:nvSpPr>
        <p:spPr/>
        <p:txBody>
          <a:bodyPr/>
          <a:lstStyle/>
          <a:p>
            <a:fld id="{153A09AE-743F-4C41-BC7A-906746324A16}" type="slidenum">
              <a:rPr lang="en-US" smtClean="0"/>
              <a:t>5</a:t>
            </a:fld>
            <a:endParaRPr lang="en-US"/>
          </a:p>
        </p:txBody>
      </p:sp>
    </p:spTree>
    <p:extLst>
      <p:ext uri="{BB962C8B-B14F-4D97-AF65-F5344CB8AC3E}">
        <p14:creationId xmlns:p14="http://schemas.microsoft.com/office/powerpoint/2010/main" val="346489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solidFill>
                  <a:srgbClr val="1F1F1F"/>
                </a:solidFill>
                <a:latin typeface="Arial"/>
                <a:cs typeface="Arial"/>
              </a:rPr>
              <a:t>By addressing untapped personas, we’ve found areas for product expansion that will help MSLs become more integrated into HCP ecosystem</a:t>
            </a:r>
          </a:p>
          <a:p>
            <a:r>
              <a:rPr lang="en-US" sz="1400" b="1" u="sng">
                <a:solidFill>
                  <a:srgbClr val="1A1628"/>
                </a:solidFill>
                <a:latin typeface="Arial"/>
                <a:cs typeface="Arial"/>
              </a:rPr>
              <a:t>Our new MSL product offering is unique:</a:t>
            </a:r>
            <a:r>
              <a:rPr lang="en-US" sz="1400" b="1">
                <a:solidFill>
                  <a:srgbClr val="1A1628"/>
                </a:solidFill>
                <a:latin typeface="Arial"/>
                <a:cs typeface="Arial"/>
              </a:rPr>
              <a:t> </a:t>
            </a:r>
            <a:r>
              <a:rPr lang="en-US" sz="1400">
                <a:solidFill>
                  <a:srgbClr val="1A1628"/>
                </a:solidFill>
                <a:latin typeface="Arial"/>
                <a:cs typeface="Arial"/>
              </a:rPr>
              <a:t>No existing solution centralizes internal and external data for MSLs and acts as a “system of intelligence” today</a:t>
            </a:r>
            <a:endParaRPr lang="en-US" sz="1400">
              <a:solidFill>
                <a:srgbClr val="000000"/>
              </a:solidFill>
              <a:latin typeface="Arial"/>
              <a:cs typeface="Arial"/>
            </a:endParaRPr>
          </a:p>
          <a:p>
            <a:endParaRPr lang="en-US" sz="1200">
              <a:solidFill>
                <a:srgbClr val="1F1F1F"/>
              </a:solidFill>
              <a:latin typeface="Arial"/>
              <a:cs typeface="Arial"/>
            </a:endParaRPr>
          </a:p>
          <a:p>
            <a:r>
              <a:rPr lang="en-US" sz="1200">
                <a:solidFill>
                  <a:srgbClr val="1F1F1F"/>
                </a:solidFill>
                <a:latin typeface="Arial"/>
                <a:cs typeface="Arial"/>
              </a:rPr>
              <a:t>"it's a one stop shop, and if you can integrate all this stuff, this would be a real advancement in decreasing the MSLs administrative burden."</a:t>
            </a:r>
          </a:p>
          <a:p>
            <a:r>
              <a:rPr lang="en-US" sz="1200">
                <a:solidFill>
                  <a:srgbClr val="1F1F1F"/>
                </a:solidFill>
                <a:latin typeface="Arial"/>
                <a:cs typeface="Arial"/>
              </a:rPr>
              <a:t>"I think it has value. That's full stop. It definitely does."</a:t>
            </a:r>
            <a:endParaRPr lang="en-US"/>
          </a:p>
          <a:p>
            <a:r>
              <a:rPr lang="en-US" sz="1200">
                <a:solidFill>
                  <a:srgbClr val="1F1F1F"/>
                </a:solidFill>
                <a:latin typeface="Arial"/>
                <a:cs typeface="Arial"/>
              </a:rPr>
              <a:t>"I love the layout. It's very simple and intuitive."</a:t>
            </a:r>
          </a:p>
          <a:p>
            <a:r>
              <a:rPr lang="en-US" sz="1200">
                <a:solidFill>
                  <a:srgbClr val="1F1F1F"/>
                </a:solidFill>
                <a:latin typeface="Arial"/>
                <a:cs typeface="Arial"/>
              </a:rPr>
              <a:t>"The CRM typically has only things that are in the CRM itself... It doesn't often show you one system for everything you do, many companies haven't integrated in: this person requested a grant, this person was an author for this, this person was at this ad board for us, this person with an investigator those systems - having that customer master across all those are not often in place within companies." </a:t>
            </a:r>
            <a:endParaRPr lang="en-US">
              <a:latin typeface="Arial"/>
            </a:endParaRPr>
          </a:p>
          <a:p>
            <a:endParaRPr lang="en-US"/>
          </a:p>
        </p:txBody>
      </p:sp>
      <p:sp>
        <p:nvSpPr>
          <p:cNvPr id="4" name="Slide Number Placeholder 3"/>
          <p:cNvSpPr>
            <a:spLocks noGrp="1"/>
          </p:cNvSpPr>
          <p:nvPr>
            <p:ph type="sldNum" sz="quarter" idx="5"/>
          </p:nvPr>
        </p:nvSpPr>
        <p:spPr/>
        <p:txBody>
          <a:bodyPr/>
          <a:lstStyle/>
          <a:p>
            <a:fld id="{153A09AE-743F-4C41-BC7A-906746324A16}" type="slidenum">
              <a:rPr lang="en-US" smtClean="0"/>
              <a:t>7</a:t>
            </a:fld>
            <a:endParaRPr lang="en-US"/>
          </a:p>
        </p:txBody>
      </p:sp>
    </p:spTree>
    <p:extLst>
      <p:ext uri="{BB962C8B-B14F-4D97-AF65-F5344CB8AC3E}">
        <p14:creationId xmlns:p14="http://schemas.microsoft.com/office/powerpoint/2010/main" val="33159623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BDFEA-E520-4CB8-B97E-216B21E7DD12}"/>
              </a:ext>
            </a:extLst>
          </p:cNvPr>
          <p:cNvSpPr>
            <a:spLocks noGrp="1"/>
          </p:cNvSpPr>
          <p:nvPr>
            <p:ph type="ctrTitle" hasCustomPrompt="1"/>
          </p:nvPr>
        </p:nvSpPr>
        <p:spPr bwMode="auto">
          <a:xfrm>
            <a:off x="548640" y="2134362"/>
            <a:ext cx="5760720" cy="1661993"/>
          </a:xfrm>
        </p:spPr>
        <p:txBody>
          <a:bodyPr anchor="b">
            <a:noAutofit/>
          </a:bodyPr>
          <a:lstStyle>
            <a:lvl1pPr algn="l">
              <a:defRPr sz="3600">
                <a:solidFill>
                  <a:schemeClr val="accent1"/>
                </a:solidFill>
              </a:defRPr>
            </a:lvl1pPr>
          </a:lstStyle>
          <a:p>
            <a:r>
              <a:rPr lang="en-US"/>
              <a:t>Project name</a:t>
            </a:r>
            <a:br>
              <a:rPr lang="en-US"/>
            </a:br>
            <a:r>
              <a:rPr lang="en-US"/>
              <a:t>Presentation title </a:t>
            </a:r>
            <a:br>
              <a:rPr lang="en-US"/>
            </a:br>
            <a:r>
              <a:rPr lang="en-US"/>
              <a:t>(Times New Roman 36 pt)</a:t>
            </a:r>
          </a:p>
        </p:txBody>
      </p:sp>
      <p:sp>
        <p:nvSpPr>
          <p:cNvPr id="3" name="Subtitle 2">
            <a:extLst>
              <a:ext uri="{FF2B5EF4-FFF2-40B4-BE49-F238E27FC236}">
                <a16:creationId xmlns:a16="http://schemas.microsoft.com/office/drawing/2014/main" id="{159000BD-79BF-4611-9B57-571F7BE12EB4}"/>
              </a:ext>
            </a:extLst>
          </p:cNvPr>
          <p:cNvSpPr>
            <a:spLocks noGrp="1"/>
          </p:cNvSpPr>
          <p:nvPr>
            <p:ph type="subTitle" idx="1" hasCustomPrompt="1"/>
          </p:nvPr>
        </p:nvSpPr>
        <p:spPr bwMode="auto">
          <a:xfrm>
            <a:off x="548640" y="4182618"/>
            <a:ext cx="5760720" cy="276999"/>
          </a:xfrm>
        </p:spPr>
        <p:txBody>
          <a:bodyPr>
            <a:noAutofit/>
          </a:bodyPr>
          <a:lstStyle>
            <a:lvl1pPr marL="0" indent="0" algn="l">
              <a:spcBef>
                <a:spcPts val="0"/>
              </a:spcBef>
              <a:spcAft>
                <a:spcPts val="0"/>
              </a:spcAft>
              <a:buNone/>
              <a:defRPr sz="1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Prepared for Client Name (Arial 18 </a:t>
            </a:r>
            <a:r>
              <a:rPr lang="en-US" err="1"/>
              <a:t>pt</a:t>
            </a:r>
            <a:r>
              <a:rPr lang="en-US"/>
              <a:t>)</a:t>
            </a:r>
          </a:p>
        </p:txBody>
      </p:sp>
      <p:sp>
        <p:nvSpPr>
          <p:cNvPr id="11" name="Text Placeholder 10">
            <a:extLst>
              <a:ext uri="{FF2B5EF4-FFF2-40B4-BE49-F238E27FC236}">
                <a16:creationId xmlns:a16="http://schemas.microsoft.com/office/drawing/2014/main" id="{D39DAEAE-09D9-43F1-ACE9-0FBAF0973A19}"/>
              </a:ext>
            </a:extLst>
          </p:cNvPr>
          <p:cNvSpPr>
            <a:spLocks noGrp="1"/>
          </p:cNvSpPr>
          <p:nvPr>
            <p:ph type="body" sz="quarter" idx="10" hasCustomPrompt="1"/>
          </p:nvPr>
        </p:nvSpPr>
        <p:spPr bwMode="auto">
          <a:xfrm>
            <a:off x="549275" y="4499842"/>
            <a:ext cx="5760720" cy="215444"/>
          </a:xfrm>
        </p:spPr>
        <p:txBody>
          <a:bodyPr>
            <a:noAutofit/>
          </a:bodyPr>
          <a:lstStyle>
            <a:lvl1pPr>
              <a:spcBef>
                <a:spcPts val="0"/>
              </a:spcBef>
              <a:spcAft>
                <a:spcPts val="0"/>
              </a:spcAft>
              <a:defRPr sz="1400">
                <a:solidFill>
                  <a:schemeClr val="accent1"/>
                </a:solidFill>
              </a:defRPr>
            </a:lvl1pPr>
          </a:lstStyle>
          <a:p>
            <a:pPr lvl="0"/>
            <a:r>
              <a:rPr lang="en-US"/>
              <a:t>Date</a:t>
            </a:r>
          </a:p>
        </p:txBody>
      </p:sp>
      <p:sp>
        <p:nvSpPr>
          <p:cNvPr id="12" name="Text Placeholder 10">
            <a:extLst>
              <a:ext uri="{FF2B5EF4-FFF2-40B4-BE49-F238E27FC236}">
                <a16:creationId xmlns:a16="http://schemas.microsoft.com/office/drawing/2014/main" id="{8A8940B4-E368-4738-955D-BBD8ECE7045E}"/>
              </a:ext>
            </a:extLst>
          </p:cNvPr>
          <p:cNvSpPr>
            <a:spLocks noGrp="1"/>
          </p:cNvSpPr>
          <p:nvPr>
            <p:ph type="body" sz="quarter" idx="11" hasCustomPrompt="1"/>
          </p:nvPr>
        </p:nvSpPr>
        <p:spPr bwMode="auto">
          <a:xfrm>
            <a:off x="549276" y="5111496"/>
            <a:ext cx="5760720" cy="307777"/>
          </a:xfrm>
        </p:spPr>
        <p:txBody>
          <a:bodyPr wrap="square" anchor="b" anchorCtr="0">
            <a:noAutofit/>
          </a:bodyPr>
          <a:lstStyle>
            <a:lvl1pPr>
              <a:spcBef>
                <a:spcPts val="0"/>
              </a:spcBef>
              <a:spcAft>
                <a:spcPts val="0"/>
              </a:spcAft>
              <a:defRPr sz="1000">
                <a:solidFill>
                  <a:schemeClr val="tx2"/>
                </a:solidFill>
              </a:defRPr>
            </a:lvl1pPr>
          </a:lstStyle>
          <a:p>
            <a:pPr lvl="0"/>
            <a:r>
              <a:rPr lang="en-US"/>
              <a:t>Confidential statement</a:t>
            </a:r>
          </a:p>
        </p:txBody>
      </p:sp>
      <p:sp>
        <p:nvSpPr>
          <p:cNvPr id="13" name="Text Placeholder 10">
            <a:extLst>
              <a:ext uri="{FF2B5EF4-FFF2-40B4-BE49-F238E27FC236}">
                <a16:creationId xmlns:a16="http://schemas.microsoft.com/office/drawing/2014/main" id="{1CA3EB8B-ACB8-4D00-A63C-DD1B6F0BC12B}"/>
              </a:ext>
            </a:extLst>
          </p:cNvPr>
          <p:cNvSpPr>
            <a:spLocks noGrp="1"/>
          </p:cNvSpPr>
          <p:nvPr>
            <p:ph type="body" sz="quarter" idx="12" hasCustomPrompt="1"/>
          </p:nvPr>
        </p:nvSpPr>
        <p:spPr bwMode="auto">
          <a:xfrm>
            <a:off x="549276" y="5495544"/>
            <a:ext cx="5760720" cy="153888"/>
          </a:xfrm>
        </p:spPr>
        <p:txBody>
          <a:bodyPr wrap="square" anchor="t">
            <a:spAutoFit/>
          </a:bodyPr>
          <a:lstStyle>
            <a:lvl1pPr>
              <a:spcBef>
                <a:spcPts val="0"/>
              </a:spcBef>
              <a:spcAft>
                <a:spcPts val="0"/>
              </a:spcAft>
              <a:defRPr sz="1000">
                <a:solidFill>
                  <a:schemeClr val="tx2"/>
                </a:solidFill>
              </a:defRPr>
            </a:lvl1pPr>
          </a:lstStyle>
          <a:p>
            <a:pPr lvl="0"/>
            <a:r>
              <a:rPr lang="en-US"/>
              <a:t>Office and contact number</a:t>
            </a:r>
          </a:p>
        </p:txBody>
      </p:sp>
      <p:cxnSp>
        <p:nvCxnSpPr>
          <p:cNvPr id="25" name="Straight Connector 24">
            <a:extLst>
              <a:ext uri="{FF2B5EF4-FFF2-40B4-BE49-F238E27FC236}">
                <a16:creationId xmlns:a16="http://schemas.microsoft.com/office/drawing/2014/main" id="{2DD777C9-2AB8-42BC-8310-990E53560028}"/>
              </a:ext>
            </a:extLst>
          </p:cNvPr>
          <p:cNvCxnSpPr>
            <a:cxnSpLocks/>
          </p:cNvCxnSpPr>
          <p:nvPr userDrawn="1"/>
        </p:nvCxnSpPr>
        <p:spPr bwMode="gray">
          <a:xfrm>
            <a:off x="2448864" y="1028700"/>
            <a:ext cx="0" cy="228600"/>
          </a:xfrm>
          <a:prstGeom prst="line">
            <a:avLst/>
          </a:prstGeom>
          <a:ln w="12700" cap="flat">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titlemaster_clientlogo" hidden="1">
            <a:extLst>
              <a:ext uri="{FF2B5EF4-FFF2-40B4-BE49-F238E27FC236}">
                <a16:creationId xmlns:a16="http://schemas.microsoft.com/office/drawing/2014/main" id="{73647228-12FF-4FEA-9212-FF9D142B463D}"/>
              </a:ext>
            </a:extLst>
          </p:cNvPr>
          <p:cNvSpPr txBox="1">
            <a:spLocks noChangeArrowheads="1"/>
          </p:cNvSpPr>
          <p:nvPr userDrawn="1"/>
        </p:nvSpPr>
        <p:spPr bwMode="auto">
          <a:xfrm>
            <a:off x="2844000" y="685800"/>
            <a:ext cx="1828800" cy="914400"/>
          </a:xfrm>
          <a:prstGeom prst="rect">
            <a:avLst/>
          </a:prstGeom>
          <a:noFill/>
          <a:ln w="9525">
            <a:noFill/>
            <a:miter lim="800000"/>
            <a:headEnd/>
            <a:tailEnd/>
          </a:ln>
          <a:effectLst/>
        </p:spPr>
        <p:txBody>
          <a:bodyPr/>
          <a:lstStyle/>
          <a:p>
            <a:pPr algn="l">
              <a:spcBef>
                <a:spcPct val="50000"/>
              </a:spcBef>
            </a:pPr>
            <a:endParaRPr lang="en-US" sz="1800"/>
          </a:p>
        </p:txBody>
      </p:sp>
      <p:sp>
        <p:nvSpPr>
          <p:cNvPr id="17" name="titlemaster_draft" hidden="1">
            <a:extLst>
              <a:ext uri="{FF2B5EF4-FFF2-40B4-BE49-F238E27FC236}">
                <a16:creationId xmlns:a16="http://schemas.microsoft.com/office/drawing/2014/main" id="{3645DDA6-F9EA-4E88-8CFE-B64E169C40DB}"/>
              </a:ext>
            </a:extLst>
          </p:cNvPr>
          <p:cNvSpPr txBox="1"/>
          <p:nvPr userDrawn="1"/>
        </p:nvSpPr>
        <p:spPr>
          <a:xfrm>
            <a:off x="5931692" y="189999"/>
            <a:ext cx="328616"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pic>
        <p:nvPicPr>
          <p:cNvPr id="18" name="Graphic 17">
            <a:extLst>
              <a:ext uri="{FF2B5EF4-FFF2-40B4-BE49-F238E27FC236}">
                <a16:creationId xmlns:a16="http://schemas.microsoft.com/office/drawing/2014/main" id="{EFF2E339-1C73-42EE-A565-8BEBFECF5A0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274" y="549090"/>
            <a:ext cx="2793076" cy="640080"/>
          </a:xfrm>
          <a:prstGeom prst="rect">
            <a:avLst/>
          </a:prstGeom>
        </p:spPr>
      </p:pic>
      <p:pic>
        <p:nvPicPr>
          <p:cNvPr id="20" name="Picture 19">
            <a:extLst>
              <a:ext uri="{FF2B5EF4-FFF2-40B4-BE49-F238E27FC236}">
                <a16:creationId xmlns:a16="http://schemas.microsoft.com/office/drawing/2014/main" id="{EE633BAB-B3C8-4439-99D3-767DFB02B54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19366" y="549090"/>
            <a:ext cx="4023360" cy="4023360"/>
          </a:xfrm>
          <a:prstGeom prst="rect">
            <a:avLst/>
          </a:prstGeom>
        </p:spPr>
      </p:pic>
    </p:spTree>
    <p:extLst>
      <p:ext uri="{BB962C8B-B14F-4D97-AF65-F5344CB8AC3E}">
        <p14:creationId xmlns:p14="http://schemas.microsoft.com/office/powerpoint/2010/main" val="3775447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860C-1611-415D-B493-9E72EFC20C69}"/>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5" name="Content Placeholder 2">
            <a:extLst>
              <a:ext uri="{FF2B5EF4-FFF2-40B4-BE49-F238E27FC236}">
                <a16:creationId xmlns:a16="http://schemas.microsoft.com/office/drawing/2014/main" id="{FEBB0295-4FF3-43F6-B6AE-C3DE5235AF7D}"/>
              </a:ext>
            </a:extLst>
          </p:cNvPr>
          <p:cNvSpPr>
            <a:spLocks noGrp="1"/>
          </p:cNvSpPr>
          <p:nvPr>
            <p:ph sz="quarter" idx="10" hasCustomPrompt="1"/>
          </p:nvPr>
        </p:nvSpPr>
        <p:spPr>
          <a:xfrm>
            <a:off x="548640" y="1856232"/>
            <a:ext cx="11091672"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vl4pPr>
              <a:defRPr>
                <a:solidFill>
                  <a:schemeClr val="accent1"/>
                </a:solidFill>
              </a:defRPr>
            </a:lvl4pPr>
            <a:lvl5pPr>
              <a:defRPr>
                <a:solidFill>
                  <a:schemeClr val="accent1"/>
                </a:solidFill>
              </a:defRPr>
            </a:lvl5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3297185969"/>
      </p:ext>
    </p:extLst>
  </p:cSld>
  <p:clrMapOvr>
    <a:masterClrMapping/>
  </p:clrMapOvr>
  <p:extLst>
    <p:ext uri="{DCECCB84-F9BA-43D5-87BE-67443E8EF086}">
      <p15:sldGuideLst xmlns:p15="http://schemas.microsoft.com/office/powerpoint/2012/main">
        <p15:guide id="1" orient="horz" pos="117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68CE-375C-4842-BF55-8BE857CA08F1}"/>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a:t>
            </a:r>
            <a:r>
              <a:rPr lang="en-US" err="1"/>
              <a:t>pt</a:t>
            </a:r>
            <a:r>
              <a:rPr lang="en-US"/>
              <a:t>)</a:t>
            </a:r>
          </a:p>
        </p:txBody>
      </p:sp>
    </p:spTree>
    <p:extLst>
      <p:ext uri="{BB962C8B-B14F-4D97-AF65-F5344CB8AC3E}">
        <p14:creationId xmlns:p14="http://schemas.microsoft.com/office/powerpoint/2010/main" val="3796468828"/>
      </p:ext>
    </p:extLst>
  </p:cSld>
  <p:clrMapOvr>
    <a:masterClrMapping/>
  </p:clrMapOvr>
  <p:extLst>
    <p:ext uri="{DCECCB84-F9BA-43D5-87BE-67443E8EF086}">
      <p15:sldGuideLst xmlns:p15="http://schemas.microsoft.com/office/powerpoint/2012/main">
        <p15:guide id="1" orient="horz" pos="117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Divider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F51D-F35F-4EEA-A86B-2847AB1E7737}"/>
              </a:ext>
            </a:extLst>
          </p:cNvPr>
          <p:cNvSpPr>
            <a:spLocks noGrp="1"/>
          </p:cNvSpPr>
          <p:nvPr>
            <p:ph type="title" hasCustomPrompt="1"/>
          </p:nvPr>
        </p:nvSpPr>
        <p:spPr bwMode="auto">
          <a:xfrm>
            <a:off x="548640" y="4133088"/>
            <a:ext cx="6858000" cy="2176272"/>
          </a:xfrm>
          <a:noFill/>
        </p:spPr>
        <p:txBody>
          <a:bodyPr anchor="t">
            <a:noAutofit/>
          </a:bodyPr>
          <a:lstStyle>
            <a:lvl1pPr>
              <a:defRPr sz="3600">
                <a:solidFill>
                  <a:schemeClr val="bg1"/>
                </a:solidFill>
              </a:defRPr>
            </a:lvl1pPr>
          </a:lstStyle>
          <a:p>
            <a:r>
              <a:rPr lang="en-US"/>
              <a:t>Click to add section title </a:t>
            </a:r>
            <a:br>
              <a:rPr lang="en-US"/>
            </a:br>
            <a:r>
              <a:rPr lang="en-US"/>
              <a:t>(Times New Roman 36 </a:t>
            </a:r>
            <a:r>
              <a:rPr lang="en-US" err="1"/>
              <a:t>pt</a:t>
            </a:r>
            <a:r>
              <a:rPr lang="en-US"/>
              <a:t>)</a:t>
            </a:r>
          </a:p>
        </p:txBody>
      </p:sp>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548640" y="3624638"/>
            <a:ext cx="6858000" cy="341632"/>
          </a:xfrm>
          <a:noFill/>
        </p:spPr>
        <p:txBody>
          <a:bodyPr wrap="square" bIns="64008" anchor="b">
            <a:spAutoFit/>
          </a:bodyPr>
          <a:lstStyle>
            <a:lvl1pPr marL="0" indent="0">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548640" y="3966270"/>
            <a:ext cx="6858000" cy="0"/>
          </a:xfrm>
          <a:prstGeom prst="line">
            <a:avLst/>
          </a:prstGeom>
          <a:ln w="12700" cap="flat">
            <a:solidFill>
              <a:schemeClr val="bg1"/>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9465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Divider Light">
    <p:bg>
      <p:bgPr>
        <a:solidFill>
          <a:srgbClr val="F4F3F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F51D-F35F-4EEA-A86B-2847AB1E7737}"/>
              </a:ext>
            </a:extLst>
          </p:cNvPr>
          <p:cNvSpPr>
            <a:spLocks noGrp="1"/>
          </p:cNvSpPr>
          <p:nvPr>
            <p:ph type="title" hasCustomPrompt="1"/>
          </p:nvPr>
        </p:nvSpPr>
        <p:spPr bwMode="auto">
          <a:xfrm>
            <a:off x="548640" y="4133088"/>
            <a:ext cx="6858000" cy="2176272"/>
          </a:xfrm>
          <a:noFill/>
        </p:spPr>
        <p:txBody>
          <a:bodyPr anchor="t">
            <a:noAutofit/>
          </a:bodyPr>
          <a:lstStyle>
            <a:lvl1pPr>
              <a:defRPr sz="3600">
                <a:solidFill>
                  <a:schemeClr val="accent1"/>
                </a:solidFill>
              </a:defRPr>
            </a:lvl1pPr>
          </a:lstStyle>
          <a:p>
            <a:r>
              <a:rPr lang="en-US"/>
              <a:t>Click to add section title </a:t>
            </a:r>
            <a:br>
              <a:rPr lang="en-US"/>
            </a:br>
            <a:r>
              <a:rPr lang="en-US"/>
              <a:t>(Times New Roman 36 </a:t>
            </a:r>
            <a:r>
              <a:rPr lang="en-US" err="1"/>
              <a:t>pt</a:t>
            </a:r>
            <a:r>
              <a:rPr lang="en-US"/>
              <a:t>)</a:t>
            </a:r>
          </a:p>
        </p:txBody>
      </p:sp>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548640" y="3624638"/>
            <a:ext cx="6858000" cy="341632"/>
          </a:xfrm>
          <a:noFill/>
        </p:spPr>
        <p:txBody>
          <a:bodyPr wrap="square" bIns="64008" anchor="b">
            <a:spAutoFit/>
          </a:bodyPr>
          <a:lstStyle>
            <a:lvl1pPr marL="0" indent="0">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548640" y="3966270"/>
            <a:ext cx="6858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776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29768"/>
            <a:ext cx="11091672" cy="492443"/>
          </a:xfrm>
        </p:spPr>
        <p:txBody>
          <a:bodyPr/>
          <a:lstStyle>
            <a:lvl1pPr>
              <a:defRPr/>
            </a:lvl1pPr>
          </a:lstStyle>
          <a:p>
            <a:r>
              <a:rPr lang="en-US"/>
              <a:t>Click to add title (Times New Roman 32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5266944"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5266944" cy="3630168"/>
          </a:xfrm>
        </p:spPr>
        <p:txBody>
          <a:bodyPr/>
          <a:lstStyle>
            <a:lvl1pPr>
              <a:spcBef>
                <a:spcPts val="1500"/>
              </a:spcBef>
              <a:defRPr sz="1800">
                <a:solidFill>
                  <a:schemeClr val="accent1"/>
                </a:solidFill>
              </a:defRPr>
            </a:lvl1pPr>
            <a:lvl2pPr marL="228600" indent="-228600">
              <a:spcBef>
                <a:spcPts val="600"/>
              </a:spcBef>
              <a:buClrTx/>
              <a:defRPr sz="1800">
                <a:solidFill>
                  <a:schemeClr val="accent1"/>
                </a:solidFill>
              </a:defRPr>
            </a:lvl2pPr>
            <a:lvl3pPr marL="457200" indent="-228600">
              <a:spcBef>
                <a:spcPts val="600"/>
              </a:spcBef>
              <a:buClrTx/>
              <a:defRPr sz="1800">
                <a:solidFill>
                  <a:schemeClr val="accent1"/>
                </a:solidFill>
              </a:defRPr>
            </a:lvl3pPr>
          </a:lstStyle>
          <a:p>
            <a:pPr lvl="0"/>
            <a:r>
              <a:rPr lang="en-US"/>
              <a:t>Click to add text (Arial 18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6373368" y="1856232"/>
            <a:ext cx="5266944"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6373368" y="2679192"/>
            <a:ext cx="5266944" cy="3630168"/>
          </a:xfrm>
        </p:spPr>
        <p:txBody>
          <a:bodyPr/>
          <a:lstStyle>
            <a:lvl1pPr>
              <a:spcBef>
                <a:spcPts val="1500"/>
              </a:spcBef>
              <a:defRPr sz="1800">
                <a:solidFill>
                  <a:schemeClr val="accent1"/>
                </a:solidFill>
              </a:defRPr>
            </a:lvl1pPr>
            <a:lvl2pPr marL="228600" indent="-228600">
              <a:spcBef>
                <a:spcPts val="600"/>
              </a:spcBef>
              <a:buClrTx/>
              <a:defRPr sz="1800">
                <a:solidFill>
                  <a:schemeClr val="accent1"/>
                </a:solidFill>
              </a:defRPr>
            </a:lvl2pPr>
            <a:lvl3pPr marL="457200" indent="-228600">
              <a:spcBef>
                <a:spcPts val="600"/>
              </a:spcBef>
              <a:buClrTx/>
              <a:defRPr sz="1800">
                <a:solidFill>
                  <a:schemeClr val="accent1"/>
                </a:solidFill>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3728207928"/>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3328416" cy="3630168"/>
          </a:xfrm>
        </p:spPr>
        <p:txBody>
          <a:bodyPr/>
          <a:lstStyle>
            <a:lvl1pPr>
              <a:spcBef>
                <a:spcPts val="1500"/>
              </a:spcBef>
              <a:defRPr sz="1800">
                <a:solidFill>
                  <a:schemeClr val="accent1"/>
                </a:solidFill>
              </a:defRPr>
            </a:lvl1pPr>
            <a:lvl2pPr marL="228600" indent="-228600">
              <a:spcBef>
                <a:spcPts val="600"/>
              </a:spcBef>
              <a:defRPr sz="1800">
                <a:solidFill>
                  <a:schemeClr val="accent1"/>
                </a:solidFill>
              </a:defRPr>
            </a:lvl2pPr>
            <a:lvl3pPr marL="457200" indent="-228600">
              <a:spcBef>
                <a:spcPts val="600"/>
              </a:spcBef>
              <a:defRPr sz="1800">
                <a:solidFill>
                  <a:schemeClr val="accent1"/>
                </a:solidFill>
              </a:defRPr>
            </a:lvl3pPr>
          </a:lstStyle>
          <a:p>
            <a:pPr lvl="0"/>
            <a:r>
              <a:rPr lang="en-US"/>
              <a:t>Click to add text (Arial 18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4430268"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4430268" y="2679192"/>
            <a:ext cx="3328416" cy="3630168"/>
          </a:xfrm>
        </p:spPr>
        <p:txBody>
          <a:bodyPr/>
          <a:lstStyle>
            <a:lvl1pPr>
              <a:spcBef>
                <a:spcPts val="1500"/>
              </a:spcBef>
              <a:defRPr sz="1800">
                <a:solidFill>
                  <a:schemeClr val="accent1"/>
                </a:solidFill>
              </a:defRPr>
            </a:lvl1pPr>
            <a:lvl2pPr marL="228600" indent="-228600">
              <a:spcBef>
                <a:spcPts val="600"/>
              </a:spcBef>
              <a:defRPr sz="1800">
                <a:solidFill>
                  <a:schemeClr val="accent1"/>
                </a:solidFill>
              </a:defRPr>
            </a:lvl2pPr>
            <a:lvl3pPr marL="457200" indent="-228600">
              <a:spcBef>
                <a:spcPts val="600"/>
              </a:spcBef>
              <a:defRPr sz="1800">
                <a:solidFill>
                  <a:schemeClr val="accent1"/>
                </a:solidFill>
              </a:defRPr>
            </a:lvl3pPr>
          </a:lstStyle>
          <a:p>
            <a:pPr lvl="0"/>
            <a:r>
              <a:rPr lang="en-US"/>
              <a:t>Click to add text (Arial 18 pt)</a:t>
            </a:r>
          </a:p>
          <a:p>
            <a:pPr lvl="1"/>
            <a:r>
              <a:rPr lang="en-US"/>
              <a:t>Second level</a:t>
            </a:r>
          </a:p>
          <a:p>
            <a:pPr lvl="2"/>
            <a:r>
              <a:rPr lang="en-US"/>
              <a:t>Third level</a:t>
            </a:r>
          </a:p>
        </p:txBody>
      </p:sp>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8311896"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8311896" y="2679192"/>
            <a:ext cx="3328416" cy="3630168"/>
          </a:xfrm>
        </p:spPr>
        <p:txBody>
          <a:bodyPr/>
          <a:lstStyle>
            <a:lvl1pPr>
              <a:spcBef>
                <a:spcPts val="1500"/>
              </a:spcBef>
              <a:defRPr sz="1800">
                <a:solidFill>
                  <a:schemeClr val="accent1"/>
                </a:solidFill>
              </a:defRPr>
            </a:lvl1pPr>
            <a:lvl2pPr marL="228600" indent="-228600">
              <a:spcBef>
                <a:spcPts val="600"/>
              </a:spcBef>
              <a:defRPr sz="1800">
                <a:solidFill>
                  <a:schemeClr val="accent1"/>
                </a:solidFill>
              </a:defRPr>
            </a:lvl2pPr>
            <a:lvl3pPr marL="457200" indent="-228600">
              <a:spcBef>
                <a:spcPts val="600"/>
              </a:spcBef>
              <a:defRPr sz="1800">
                <a:solidFill>
                  <a:schemeClr val="accent1"/>
                </a:solidFill>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17267939"/>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3438144"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3438144"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6327648"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6327648"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94CFE104-7E77-411D-9AA7-EDA183E88F21}"/>
              </a:ext>
            </a:extLst>
          </p:cNvPr>
          <p:cNvSpPr>
            <a:spLocks noGrp="1"/>
          </p:cNvSpPr>
          <p:nvPr>
            <p:ph type="body" sz="quarter" idx="16" hasCustomPrompt="1"/>
          </p:nvPr>
        </p:nvSpPr>
        <p:spPr bwMode="auto">
          <a:xfrm>
            <a:off x="9217152"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8" name="Content Placeholder 17">
            <a:extLst>
              <a:ext uri="{FF2B5EF4-FFF2-40B4-BE49-F238E27FC236}">
                <a16:creationId xmlns:a16="http://schemas.microsoft.com/office/drawing/2014/main" id="{CF874E32-0FA2-4356-949A-FF2CAEA5F016}"/>
              </a:ext>
            </a:extLst>
          </p:cNvPr>
          <p:cNvSpPr>
            <a:spLocks noGrp="1"/>
          </p:cNvSpPr>
          <p:nvPr>
            <p:ph sz="quarter" idx="17" hasCustomPrompt="1"/>
          </p:nvPr>
        </p:nvSpPr>
        <p:spPr bwMode="auto">
          <a:xfrm>
            <a:off x="9217152"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Tree>
    <p:extLst>
      <p:ext uri="{BB962C8B-B14F-4D97-AF65-F5344CB8AC3E}">
        <p14:creationId xmlns:p14="http://schemas.microsoft.com/office/powerpoint/2010/main" val="3400336087"/>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2859786"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2859786"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5170932"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5170932"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94CFE104-7E77-411D-9AA7-EDA183E88F21}"/>
              </a:ext>
            </a:extLst>
          </p:cNvPr>
          <p:cNvSpPr>
            <a:spLocks noGrp="1"/>
          </p:cNvSpPr>
          <p:nvPr>
            <p:ph type="body" sz="quarter" idx="16" hasCustomPrompt="1"/>
          </p:nvPr>
        </p:nvSpPr>
        <p:spPr bwMode="auto">
          <a:xfrm>
            <a:off x="7482078"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8" name="Content Placeholder 17">
            <a:extLst>
              <a:ext uri="{FF2B5EF4-FFF2-40B4-BE49-F238E27FC236}">
                <a16:creationId xmlns:a16="http://schemas.microsoft.com/office/drawing/2014/main" id="{CF874E32-0FA2-4356-949A-FF2CAEA5F016}"/>
              </a:ext>
            </a:extLst>
          </p:cNvPr>
          <p:cNvSpPr>
            <a:spLocks noGrp="1"/>
          </p:cNvSpPr>
          <p:nvPr>
            <p:ph sz="quarter" idx="17" hasCustomPrompt="1"/>
          </p:nvPr>
        </p:nvSpPr>
        <p:spPr bwMode="auto">
          <a:xfrm>
            <a:off x="7482078"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20" name="Text Placeholder 19">
            <a:extLst>
              <a:ext uri="{FF2B5EF4-FFF2-40B4-BE49-F238E27FC236}">
                <a16:creationId xmlns:a16="http://schemas.microsoft.com/office/drawing/2014/main" id="{B4AC7757-EC14-40BD-B915-E1A7EFBB0F69}"/>
              </a:ext>
            </a:extLst>
          </p:cNvPr>
          <p:cNvSpPr>
            <a:spLocks noGrp="1"/>
          </p:cNvSpPr>
          <p:nvPr>
            <p:ph type="body" sz="quarter" idx="18" hasCustomPrompt="1"/>
          </p:nvPr>
        </p:nvSpPr>
        <p:spPr bwMode="auto">
          <a:xfrm>
            <a:off x="9793224"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22" name="Content Placeholder 21">
            <a:extLst>
              <a:ext uri="{FF2B5EF4-FFF2-40B4-BE49-F238E27FC236}">
                <a16:creationId xmlns:a16="http://schemas.microsoft.com/office/drawing/2014/main" id="{3F9ADBB4-EAD8-46E3-9FD8-DB157F901E42}"/>
              </a:ext>
            </a:extLst>
          </p:cNvPr>
          <p:cNvSpPr>
            <a:spLocks noGrp="1"/>
          </p:cNvSpPr>
          <p:nvPr>
            <p:ph sz="quarter" idx="19" hasCustomPrompt="1"/>
          </p:nvPr>
        </p:nvSpPr>
        <p:spPr bwMode="auto">
          <a:xfrm>
            <a:off x="9793224"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Tree>
    <p:extLst>
      <p:ext uri="{BB962C8B-B14F-4D97-AF65-F5344CB8AC3E}">
        <p14:creationId xmlns:p14="http://schemas.microsoft.com/office/powerpoint/2010/main" val="270001550"/>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hird LHS Dark">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C89FE-52C7-4AD1-AA79-B8F5D23C151A}"/>
              </a:ext>
            </a:extLst>
          </p:cNvPr>
          <p:cNvSpPr/>
          <p:nvPr userDrawn="1"/>
        </p:nvSpPr>
        <p:spPr bwMode="white">
          <a:xfrm>
            <a:off x="0" y="0"/>
            <a:ext cx="4059936" cy="68580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29766"/>
            <a:ext cx="2962021" cy="5971032"/>
          </a:xfrm>
        </p:spPr>
        <p:txBody>
          <a:bodyPr anchor="ctr">
            <a:noAutofit/>
          </a:bodyPr>
          <a:lstStyle>
            <a:lvl1pPr>
              <a:defRPr sz="3200">
                <a:solidFill>
                  <a:schemeClr val="bg1"/>
                </a:solidFill>
              </a:defRPr>
            </a:lvl1pPr>
          </a:lstStyle>
          <a:p>
            <a:r>
              <a:rPr lang="en-US"/>
              <a:t>Click to add title (Times New Roman 32 pt)</a:t>
            </a: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548640"/>
            <a:ext cx="7034149" cy="5760720"/>
          </a:xfrm>
        </p:spPr>
        <p:txBody>
          <a:bodyPr anchor="ctr"/>
          <a:lstStyle>
            <a:lvl1pPr>
              <a:defRPr sz="1800">
                <a:solidFill>
                  <a:schemeClr val="accent1"/>
                </a:solidFill>
              </a:defRPr>
            </a:lvl1pPr>
            <a:lvl2pPr>
              <a:buClrTx/>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
        <p:nvSpPr>
          <p:cNvPr id="7" name="slidemaster_filename1">
            <a:extLst>
              <a:ext uri="{FF2B5EF4-FFF2-40B4-BE49-F238E27FC236}">
                <a16:creationId xmlns:a16="http://schemas.microsoft.com/office/drawing/2014/main" id="{06D4893B-A038-4B9E-9E85-18240FDD059A}"/>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cxnSp>
        <p:nvCxnSpPr>
          <p:cNvPr id="5" name="Straight Connector 4">
            <a:extLst>
              <a:ext uri="{FF2B5EF4-FFF2-40B4-BE49-F238E27FC236}">
                <a16:creationId xmlns:a16="http://schemas.microsoft.com/office/drawing/2014/main" id="{FC5BE2E5-D465-48D9-812D-B3E2431999E2}"/>
              </a:ext>
            </a:extLst>
          </p:cNvPr>
          <p:cNvCxnSpPr/>
          <p:nvPr userDrawn="1"/>
        </p:nvCxnSpPr>
        <p:spPr bwMode="black">
          <a:xfrm>
            <a:off x="4059936" y="0"/>
            <a:ext cx="0" cy="6858000"/>
          </a:xfrm>
          <a:prstGeom prst="line">
            <a:avLst/>
          </a:prstGeom>
          <a:ln w="9525" cap="flat">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529293"/>
      </p:ext>
    </p:extLst>
  </p:cSld>
  <p:clrMapOvr>
    <a:masterClrMapping/>
  </p:clrMapOvr>
  <p:extLst>
    <p:ext uri="{DCECCB84-F9BA-43D5-87BE-67443E8EF086}">
      <p15:sldGuideLst xmlns:p15="http://schemas.microsoft.com/office/powerpoint/2012/main">
        <p15:guide id="1" pos="2212" userDrawn="1">
          <p15:clr>
            <a:srgbClr val="FBAE40"/>
          </p15:clr>
        </p15:guide>
        <p15:guide id="2" pos="290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hird LHS L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C89FE-52C7-4AD1-AA79-B8F5D23C151A}"/>
              </a:ext>
            </a:extLst>
          </p:cNvPr>
          <p:cNvSpPr/>
          <p:nvPr userDrawn="1"/>
        </p:nvSpPr>
        <p:spPr bwMode="white">
          <a:xfrm>
            <a:off x="0" y="0"/>
            <a:ext cx="4059936" cy="6858000"/>
          </a:xfrm>
          <a:prstGeom prst="rect">
            <a:avLst/>
          </a:prstGeom>
          <a:solidFill>
            <a:srgbClr val="F4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29768"/>
            <a:ext cx="2962021" cy="5971032"/>
          </a:xfrm>
        </p:spPr>
        <p:txBody>
          <a:bodyPr anchor="ctr">
            <a:noAutofit/>
          </a:bodyPr>
          <a:lstStyle>
            <a:lvl1pPr>
              <a:defRPr sz="3200">
                <a:solidFill>
                  <a:schemeClr val="accent1"/>
                </a:solidFill>
              </a:defRPr>
            </a:lvl1pPr>
          </a:lstStyle>
          <a:p>
            <a:r>
              <a:rPr lang="en-US"/>
              <a:t>Click to add title (Times New Roman 32 pt)</a:t>
            </a: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548640"/>
            <a:ext cx="7034149" cy="5760720"/>
          </a:xfrm>
        </p:spPr>
        <p:txBody>
          <a:bodyPr anchor="ctr"/>
          <a:lstStyle>
            <a:lvl1pPr>
              <a:defRPr sz="1800">
                <a:solidFill>
                  <a:schemeClr val="accent1"/>
                </a:solidFill>
              </a:defRPr>
            </a:lvl1pPr>
            <a:lvl2pPr>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
        <p:nvSpPr>
          <p:cNvPr id="9" name="slidemaster_filename2">
            <a:extLst>
              <a:ext uri="{FF2B5EF4-FFF2-40B4-BE49-F238E27FC236}">
                <a16:creationId xmlns:a16="http://schemas.microsoft.com/office/drawing/2014/main" id="{5ECBAB0E-06DC-40D5-A402-652460194265}"/>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cxnSp>
        <p:nvCxnSpPr>
          <p:cNvPr id="7" name="Straight Connector 6">
            <a:extLst>
              <a:ext uri="{FF2B5EF4-FFF2-40B4-BE49-F238E27FC236}">
                <a16:creationId xmlns:a16="http://schemas.microsoft.com/office/drawing/2014/main" id="{9557EC31-2BFF-4DCF-B51C-17764D8EE8EE}"/>
              </a:ext>
            </a:extLst>
          </p:cNvPr>
          <p:cNvCxnSpPr/>
          <p:nvPr userDrawn="1"/>
        </p:nvCxnSpPr>
        <p:spPr bwMode="black">
          <a:xfrm>
            <a:off x="4059936" y="0"/>
            <a:ext cx="0" cy="6858000"/>
          </a:xfrm>
          <a:prstGeom prst="line">
            <a:avLst/>
          </a:prstGeom>
          <a:ln w="9525" cap="flat">
            <a:solidFill>
              <a:srgbClr val="F4F3F3"/>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804736"/>
      </p:ext>
    </p:extLst>
  </p:cSld>
  <p:clrMapOvr>
    <a:masterClrMapping/>
  </p:clrMapOvr>
  <p:extLst>
    <p:ext uri="{DCECCB84-F9BA-43D5-87BE-67443E8EF086}">
      <p15:sldGuideLst xmlns:p15="http://schemas.microsoft.com/office/powerpoint/2012/main">
        <p15:guide id="1" pos="2212">
          <p15:clr>
            <a:srgbClr val="FBAE40"/>
          </p15:clr>
        </p15:guide>
        <p15:guide id="2" pos="290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Third RHS Dark">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3E86EA2-03CB-4305-BC47-BED1CA837500}"/>
              </a:ext>
            </a:extLst>
          </p:cNvPr>
          <p:cNvSpPr>
            <a:spLocks noGrp="1"/>
          </p:cNvSpPr>
          <p:nvPr>
            <p:ph type="title" hasCustomPrompt="1"/>
          </p:nvPr>
        </p:nvSpPr>
        <p:spPr bwMode="auto">
          <a:xfrm>
            <a:off x="548640" y="429768"/>
            <a:ext cx="7033260" cy="984885"/>
          </a:xfrm>
        </p:spPr>
        <p:txBody>
          <a:bodyPr/>
          <a:lstStyle>
            <a:lvl1pPr>
              <a:defRPr>
                <a:solidFill>
                  <a:schemeClr val="accent1"/>
                </a:solidFill>
              </a:defRPr>
            </a:lvl1pPr>
          </a:lstStyle>
          <a:p>
            <a:r>
              <a:rPr lang="en-US"/>
              <a:t>Click to add title (Times New Roman</a:t>
            </a:r>
            <a:br>
              <a:rPr lang="en-US"/>
            </a:br>
            <a:r>
              <a:rPr lang="en-US"/>
              <a:t>32 pt)</a:t>
            </a:r>
          </a:p>
        </p:txBody>
      </p:sp>
      <p:sp>
        <p:nvSpPr>
          <p:cNvPr id="8" name="Rectangle 7">
            <a:extLst>
              <a:ext uri="{FF2B5EF4-FFF2-40B4-BE49-F238E27FC236}">
                <a16:creationId xmlns:a16="http://schemas.microsoft.com/office/drawing/2014/main" id="{2ADEA55C-D666-478B-B8F0-AC2B5A68DF4E}"/>
              </a:ext>
            </a:extLst>
          </p:cNvPr>
          <p:cNvSpPr/>
          <p:nvPr userDrawn="1"/>
        </p:nvSpPr>
        <p:spPr bwMode="white">
          <a:xfrm>
            <a:off x="8132064" y="0"/>
            <a:ext cx="4059936" cy="68580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11" name="Text Placeholder 9">
            <a:extLst>
              <a:ext uri="{FF2B5EF4-FFF2-40B4-BE49-F238E27FC236}">
                <a16:creationId xmlns:a16="http://schemas.microsoft.com/office/drawing/2014/main" id="{E82F80EE-CEBC-442F-B7BC-7B9042599D16}"/>
              </a:ext>
            </a:extLst>
          </p:cNvPr>
          <p:cNvSpPr>
            <a:spLocks noGrp="1"/>
          </p:cNvSpPr>
          <p:nvPr>
            <p:ph type="body" sz="quarter" idx="10" hasCustomPrompt="1"/>
          </p:nvPr>
        </p:nvSpPr>
        <p:spPr bwMode="auto">
          <a:xfrm>
            <a:off x="8680450" y="1856232"/>
            <a:ext cx="2962275" cy="3145536"/>
          </a:xfrm>
        </p:spPr>
        <p:txBody>
          <a:bodyPr anchor="ctr"/>
          <a:lstStyle>
            <a:lvl1pPr>
              <a:defRPr b="1">
                <a:solidFill>
                  <a:schemeClr val="bg1"/>
                </a:solidFill>
              </a:defRPr>
            </a:lvl1pPr>
            <a:lvl2pPr>
              <a:buClrTx/>
              <a:defRPr>
                <a:solidFill>
                  <a:schemeClr val="bg1"/>
                </a:solidFill>
              </a:defRPr>
            </a:lvl2pPr>
            <a:lvl3pPr>
              <a:buClrTx/>
              <a:defRPr>
                <a:solidFill>
                  <a:schemeClr val="bg1"/>
                </a:solidFill>
              </a:defRPr>
            </a:lvl3pPr>
            <a:lvl4pPr marL="1371600" indent="0">
              <a:buNone/>
              <a:defRPr>
                <a:solidFill>
                  <a:schemeClr val="bg2"/>
                </a:solidFill>
              </a:defRPr>
            </a:lvl4pPr>
            <a:lvl5pPr>
              <a:defRPr>
                <a:solidFill>
                  <a:schemeClr val="bg2"/>
                </a:solidFill>
              </a:defRPr>
            </a:lvl5pPr>
          </a:lstStyle>
          <a:p>
            <a:pPr lvl="0"/>
            <a:r>
              <a:rPr lang="en-US"/>
              <a:t>Click to add text (Arial 18 pt)</a:t>
            </a:r>
          </a:p>
        </p:txBody>
      </p:sp>
      <p:sp>
        <p:nvSpPr>
          <p:cNvPr id="10" name="slidemaster_copyright1">
            <a:extLst>
              <a:ext uri="{FF2B5EF4-FFF2-40B4-BE49-F238E27FC236}">
                <a16:creationId xmlns:a16="http://schemas.microsoft.com/office/drawing/2014/main" id="{E07AE106-793C-439E-99C1-53F2732C29B2}"/>
              </a:ext>
            </a:extLst>
          </p:cNvPr>
          <p:cNvSpPr txBox="1">
            <a:spLocks/>
          </p:cNvSpPr>
          <p:nvPr userDrawn="1"/>
        </p:nvSpPr>
        <p:spPr bwMode="black">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A3A1A8"/>
                </a:solidFill>
              </a:rPr>
              <a:t>© 2025 ZS | Confidential</a:t>
            </a:r>
          </a:p>
        </p:txBody>
      </p:sp>
      <p:cxnSp>
        <p:nvCxnSpPr>
          <p:cNvPr id="9" name="Straight Connector 8">
            <a:extLst>
              <a:ext uri="{FF2B5EF4-FFF2-40B4-BE49-F238E27FC236}">
                <a16:creationId xmlns:a16="http://schemas.microsoft.com/office/drawing/2014/main" id="{CBE0183D-CA00-43C2-8CC0-0AD284762CB2}"/>
              </a:ext>
            </a:extLst>
          </p:cNvPr>
          <p:cNvCxnSpPr/>
          <p:nvPr userDrawn="1"/>
        </p:nvCxnSpPr>
        <p:spPr bwMode="black">
          <a:xfrm>
            <a:off x="8132064" y="0"/>
            <a:ext cx="0" cy="6858000"/>
          </a:xfrm>
          <a:prstGeom prst="line">
            <a:avLst/>
          </a:prstGeom>
          <a:ln w="9525" cap="flat">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8A4D403D-2BBB-4A52-8BF7-8FEAAA96BD8A}"/>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
        <p:nvSpPr>
          <p:cNvPr id="3" name="Content Placeholder 2">
            <a:extLst>
              <a:ext uri="{FF2B5EF4-FFF2-40B4-BE49-F238E27FC236}">
                <a16:creationId xmlns:a16="http://schemas.microsoft.com/office/drawing/2014/main" id="{8176912B-0044-45A5-82EA-7216E1638CA4}"/>
              </a:ext>
            </a:extLst>
          </p:cNvPr>
          <p:cNvSpPr>
            <a:spLocks noGrp="1"/>
          </p:cNvSpPr>
          <p:nvPr>
            <p:ph sz="quarter" idx="11" hasCustomPrompt="1"/>
          </p:nvPr>
        </p:nvSpPr>
        <p:spPr>
          <a:xfrm>
            <a:off x="548640" y="1856232"/>
            <a:ext cx="7033260"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2919940996"/>
      </p:ext>
    </p:extLst>
  </p:cSld>
  <p:clrMapOvr>
    <a:masterClrMapping/>
  </p:clrMapOvr>
  <p:extLst>
    <p:ext uri="{DCECCB84-F9BA-43D5-87BE-67443E8EF086}">
      <p15:sldGuideLst xmlns:p15="http://schemas.microsoft.com/office/powerpoint/2012/main">
        <p15:guide id="1" orient="horz" pos="1170" userDrawn="1">
          <p15:clr>
            <a:srgbClr val="FBAE40"/>
          </p15:clr>
        </p15:guide>
        <p15:guide id="3" pos="4776" userDrawn="1">
          <p15:clr>
            <a:srgbClr val="FBAE40"/>
          </p15:clr>
        </p15:guide>
        <p15:guide id="4" pos="54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RHS 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5648DD2-80F0-4B6A-B2C3-1845D5846D6F}"/>
              </a:ext>
            </a:extLst>
          </p:cNvPr>
          <p:cNvSpPr/>
          <p:nvPr userDrawn="1"/>
        </p:nvSpPr>
        <p:spPr bwMode="white">
          <a:xfrm>
            <a:off x="8132064" y="0"/>
            <a:ext cx="4059936" cy="6858000"/>
          </a:xfrm>
          <a:prstGeom prst="rect">
            <a:avLst/>
          </a:prstGeom>
          <a:solidFill>
            <a:srgbClr val="F4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5" name="Title 1">
            <a:extLst>
              <a:ext uri="{FF2B5EF4-FFF2-40B4-BE49-F238E27FC236}">
                <a16:creationId xmlns:a16="http://schemas.microsoft.com/office/drawing/2014/main" id="{E3E86EA2-03CB-4305-BC47-BED1CA837500}"/>
              </a:ext>
            </a:extLst>
          </p:cNvPr>
          <p:cNvSpPr>
            <a:spLocks noGrp="1"/>
          </p:cNvSpPr>
          <p:nvPr>
            <p:ph type="title" hasCustomPrompt="1"/>
          </p:nvPr>
        </p:nvSpPr>
        <p:spPr bwMode="auto">
          <a:xfrm>
            <a:off x="548640" y="429768"/>
            <a:ext cx="7033260" cy="984885"/>
          </a:xfrm>
        </p:spPr>
        <p:txBody>
          <a:bodyPr/>
          <a:lstStyle>
            <a:lvl1pPr>
              <a:defRPr>
                <a:solidFill>
                  <a:schemeClr val="accent1"/>
                </a:solidFill>
              </a:defRPr>
            </a:lvl1pPr>
          </a:lstStyle>
          <a:p>
            <a:r>
              <a:rPr lang="en-US"/>
              <a:t>Click to add title (Times New Roman</a:t>
            </a:r>
            <a:br>
              <a:rPr lang="en-US"/>
            </a:br>
            <a:r>
              <a:rPr lang="en-US"/>
              <a:t>32 pt)</a:t>
            </a:r>
          </a:p>
        </p:txBody>
      </p:sp>
      <p:sp>
        <p:nvSpPr>
          <p:cNvPr id="11" name="Text Placeholder 9">
            <a:extLst>
              <a:ext uri="{FF2B5EF4-FFF2-40B4-BE49-F238E27FC236}">
                <a16:creationId xmlns:a16="http://schemas.microsoft.com/office/drawing/2014/main" id="{E82F80EE-CEBC-442F-B7BC-7B9042599D16}"/>
              </a:ext>
            </a:extLst>
          </p:cNvPr>
          <p:cNvSpPr>
            <a:spLocks noGrp="1"/>
          </p:cNvSpPr>
          <p:nvPr>
            <p:ph type="body" sz="quarter" idx="10" hasCustomPrompt="1"/>
          </p:nvPr>
        </p:nvSpPr>
        <p:spPr bwMode="auto">
          <a:xfrm>
            <a:off x="8680450" y="1856232"/>
            <a:ext cx="2962275" cy="3145536"/>
          </a:xfrm>
        </p:spPr>
        <p:txBody>
          <a:bodyPr anchor="ctr"/>
          <a:lstStyle>
            <a:lvl1pPr>
              <a:defRPr b="1">
                <a:solidFill>
                  <a:schemeClr val="accent1"/>
                </a:solidFill>
              </a:defRPr>
            </a:lvl1pPr>
            <a:lvl2pPr>
              <a:buClrTx/>
              <a:defRPr>
                <a:solidFill>
                  <a:schemeClr val="accent1"/>
                </a:solidFill>
              </a:defRPr>
            </a:lvl2pPr>
            <a:lvl3pPr>
              <a:buClrTx/>
              <a:defRPr>
                <a:solidFill>
                  <a:schemeClr val="accent1"/>
                </a:solidFill>
              </a:defRPr>
            </a:lvl3pPr>
            <a:lvl4pPr marL="1371600" indent="0">
              <a:buNone/>
              <a:defRPr>
                <a:solidFill>
                  <a:schemeClr val="bg2"/>
                </a:solidFill>
              </a:defRPr>
            </a:lvl4pPr>
            <a:lvl5pPr>
              <a:defRPr>
                <a:solidFill>
                  <a:schemeClr val="bg2"/>
                </a:solidFill>
              </a:defRPr>
            </a:lvl5pPr>
          </a:lstStyle>
          <a:p>
            <a:pPr lvl="0"/>
            <a:r>
              <a:rPr lang="en-US"/>
              <a:t>Click to add text (Arial 18 </a:t>
            </a:r>
            <a:r>
              <a:rPr lang="en-US" err="1"/>
              <a:t>pt</a:t>
            </a:r>
            <a:r>
              <a:rPr lang="en-US"/>
              <a:t>)</a:t>
            </a:r>
          </a:p>
        </p:txBody>
      </p:sp>
      <p:sp>
        <p:nvSpPr>
          <p:cNvPr id="10" name="slidemaster_copyright2">
            <a:extLst>
              <a:ext uri="{FF2B5EF4-FFF2-40B4-BE49-F238E27FC236}">
                <a16:creationId xmlns:a16="http://schemas.microsoft.com/office/drawing/2014/main" id="{50726B51-94B7-4DB5-B23A-BF6997C3CA5B}"/>
              </a:ext>
            </a:extLst>
          </p:cNvPr>
          <p:cNvSpPr txBox="1">
            <a:spLocks/>
          </p:cNvSpPr>
          <p:nvPr userDrawn="1"/>
        </p:nvSpPr>
        <p:spPr bwMode="black">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A3A1A8"/>
                </a:solidFill>
              </a:rPr>
              <a:t>© 2025 ZS | Confidential</a:t>
            </a:r>
          </a:p>
        </p:txBody>
      </p:sp>
      <p:cxnSp>
        <p:nvCxnSpPr>
          <p:cNvPr id="8" name="Straight Connector 7">
            <a:extLst>
              <a:ext uri="{FF2B5EF4-FFF2-40B4-BE49-F238E27FC236}">
                <a16:creationId xmlns:a16="http://schemas.microsoft.com/office/drawing/2014/main" id="{B4BC33B5-EC8A-48CE-AE62-7F7713914344}"/>
              </a:ext>
            </a:extLst>
          </p:cNvPr>
          <p:cNvCxnSpPr/>
          <p:nvPr userDrawn="1"/>
        </p:nvCxnSpPr>
        <p:spPr bwMode="black">
          <a:xfrm>
            <a:off x="8132064" y="0"/>
            <a:ext cx="0" cy="6858000"/>
          </a:xfrm>
          <a:prstGeom prst="line">
            <a:avLst/>
          </a:prstGeom>
          <a:ln w="9525" cap="flat">
            <a:solidFill>
              <a:srgbClr val="F4F3F3"/>
            </a:solidFill>
            <a:prstDash val="solid"/>
            <a:round/>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9E87E40-A7B9-4507-8366-FDB1488CF747}"/>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
        <p:nvSpPr>
          <p:cNvPr id="3" name="Content Placeholder 2">
            <a:extLst>
              <a:ext uri="{FF2B5EF4-FFF2-40B4-BE49-F238E27FC236}">
                <a16:creationId xmlns:a16="http://schemas.microsoft.com/office/drawing/2014/main" id="{8312F6A7-9F61-4869-87DE-CC94F3570C3D}"/>
              </a:ext>
            </a:extLst>
          </p:cNvPr>
          <p:cNvSpPr>
            <a:spLocks noGrp="1"/>
          </p:cNvSpPr>
          <p:nvPr>
            <p:ph sz="quarter" idx="11" hasCustomPrompt="1"/>
          </p:nvPr>
        </p:nvSpPr>
        <p:spPr>
          <a:xfrm>
            <a:off x="548640" y="1856232"/>
            <a:ext cx="7033260"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2706362111"/>
      </p:ext>
    </p:extLst>
  </p:cSld>
  <p:clrMapOvr>
    <a:masterClrMapping/>
  </p:clrMapOvr>
  <p:extLst>
    <p:ext uri="{DCECCB84-F9BA-43D5-87BE-67443E8EF086}">
      <p15:sldGuideLst xmlns:p15="http://schemas.microsoft.com/office/powerpoint/2012/main">
        <p15:guide id="1" orient="horz" pos="1170" userDrawn="1">
          <p15:clr>
            <a:srgbClr val="FBAE40"/>
          </p15:clr>
        </p15:guide>
        <p15:guide id="3" pos="4776">
          <p15:clr>
            <a:srgbClr val="FBAE40"/>
          </p15:clr>
        </p15:guide>
        <p15:guide id="4" pos="546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Image Dark">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6095998" y="1"/>
            <a:ext cx="6095999"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
        <p:nvSpPr>
          <p:cNvPr id="8" name="Rectangle 7">
            <a:extLst>
              <a:ext uri="{FF2B5EF4-FFF2-40B4-BE49-F238E27FC236}">
                <a16:creationId xmlns:a16="http://schemas.microsoft.com/office/drawing/2014/main" id="{A92B8C15-30C5-44CC-A416-DAF1BBB744EC}"/>
              </a:ext>
            </a:extLst>
          </p:cNvPr>
          <p:cNvSpPr/>
          <p:nvPr userDrawn="1"/>
        </p:nvSpPr>
        <p:spPr bwMode="white">
          <a:xfrm>
            <a:off x="0" y="0"/>
            <a:ext cx="6095999" cy="68580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B30C5D7D-659C-48D5-A3B0-4F826142F48E}"/>
              </a:ext>
            </a:extLst>
          </p:cNvPr>
          <p:cNvSpPr>
            <a:spLocks noGrp="1"/>
          </p:cNvSpPr>
          <p:nvPr>
            <p:ph type="title" hasCustomPrompt="1"/>
          </p:nvPr>
        </p:nvSpPr>
        <p:spPr bwMode="auto">
          <a:xfrm>
            <a:off x="548640" y="429768"/>
            <a:ext cx="4996498" cy="5971032"/>
          </a:xfrm>
        </p:spPr>
        <p:txBody>
          <a:bodyPr anchor="ctr">
            <a:noAutofit/>
          </a:bodyPr>
          <a:lstStyle>
            <a:lvl1pPr>
              <a:defRPr sz="3200">
                <a:solidFill>
                  <a:schemeClr val="bg1"/>
                </a:solidFill>
              </a:defRPr>
            </a:lvl1pPr>
          </a:lstStyle>
          <a:p>
            <a:r>
              <a:rPr lang="en-US"/>
              <a:t>Click to add title (Times New Roman 32 pt)</a:t>
            </a:r>
          </a:p>
        </p:txBody>
      </p:sp>
      <p:sp>
        <p:nvSpPr>
          <p:cNvPr id="7" name="slidemaster_filename3">
            <a:extLst>
              <a:ext uri="{FF2B5EF4-FFF2-40B4-BE49-F238E27FC236}">
                <a16:creationId xmlns:a16="http://schemas.microsoft.com/office/drawing/2014/main" id="{99761290-0476-45E6-8905-1C3281793D86}"/>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cxnSp>
        <p:nvCxnSpPr>
          <p:cNvPr id="6" name="Straight Connector 5">
            <a:extLst>
              <a:ext uri="{FF2B5EF4-FFF2-40B4-BE49-F238E27FC236}">
                <a16:creationId xmlns:a16="http://schemas.microsoft.com/office/drawing/2014/main" id="{BFEFC27E-D5BA-43C3-9807-B7D5C912F6E7}"/>
              </a:ext>
            </a:extLst>
          </p:cNvPr>
          <p:cNvCxnSpPr/>
          <p:nvPr userDrawn="1"/>
        </p:nvCxnSpPr>
        <p:spPr bwMode="black">
          <a:xfrm>
            <a:off x="6095999" y="0"/>
            <a:ext cx="0" cy="6858000"/>
          </a:xfrm>
          <a:prstGeom prst="line">
            <a:avLst/>
          </a:prstGeom>
          <a:ln w="9525" cap="flat">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9" name="Custommaster_draft1" hidden="1">
            <a:extLst>
              <a:ext uri="{FF2B5EF4-FFF2-40B4-BE49-F238E27FC236}">
                <a16:creationId xmlns:a16="http://schemas.microsoft.com/office/drawing/2014/main" id="{E0E24FD2-2FC7-4933-A61A-48C9621E970A}"/>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401468274"/>
      </p:ext>
    </p:extLst>
  </p:cSld>
  <p:clrMapOvr>
    <a:masterClrMapping/>
  </p:clrMapOvr>
  <p:extLst>
    <p:ext uri="{DCECCB84-F9BA-43D5-87BE-67443E8EF086}">
      <p15:sldGuideLst xmlns:p15="http://schemas.microsoft.com/office/powerpoint/2012/main">
        <p15:guide id="1" pos="349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alf Image Light">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6095998" y="1"/>
            <a:ext cx="6095999"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
        <p:nvSpPr>
          <p:cNvPr id="8" name="Rectangle 7">
            <a:extLst>
              <a:ext uri="{FF2B5EF4-FFF2-40B4-BE49-F238E27FC236}">
                <a16:creationId xmlns:a16="http://schemas.microsoft.com/office/drawing/2014/main" id="{A92B8C15-30C5-44CC-A416-DAF1BBB744EC}"/>
              </a:ext>
            </a:extLst>
          </p:cNvPr>
          <p:cNvSpPr/>
          <p:nvPr userDrawn="1"/>
        </p:nvSpPr>
        <p:spPr bwMode="white">
          <a:xfrm>
            <a:off x="0" y="0"/>
            <a:ext cx="6095999" cy="6858000"/>
          </a:xfrm>
          <a:prstGeom prst="rect">
            <a:avLst/>
          </a:prstGeom>
          <a:solidFill>
            <a:srgbClr val="F4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B30C5D7D-659C-48D5-A3B0-4F826142F48E}"/>
              </a:ext>
            </a:extLst>
          </p:cNvPr>
          <p:cNvSpPr>
            <a:spLocks noGrp="1"/>
          </p:cNvSpPr>
          <p:nvPr>
            <p:ph type="title" hasCustomPrompt="1"/>
          </p:nvPr>
        </p:nvSpPr>
        <p:spPr bwMode="auto">
          <a:xfrm>
            <a:off x="548640" y="429768"/>
            <a:ext cx="4996498" cy="5971032"/>
          </a:xfrm>
        </p:spPr>
        <p:txBody>
          <a:bodyPr anchor="ctr">
            <a:noAutofit/>
          </a:bodyPr>
          <a:lstStyle>
            <a:lvl1pPr>
              <a:defRPr sz="3200">
                <a:solidFill>
                  <a:schemeClr val="accent1"/>
                </a:solidFill>
              </a:defRPr>
            </a:lvl1pPr>
          </a:lstStyle>
          <a:p>
            <a:r>
              <a:rPr lang="en-US"/>
              <a:t>Click to add title (Times New Roman 32 pt)</a:t>
            </a:r>
          </a:p>
        </p:txBody>
      </p:sp>
      <p:sp>
        <p:nvSpPr>
          <p:cNvPr id="7" name="slidemaster_filename4">
            <a:extLst>
              <a:ext uri="{FF2B5EF4-FFF2-40B4-BE49-F238E27FC236}">
                <a16:creationId xmlns:a16="http://schemas.microsoft.com/office/drawing/2014/main" id="{99761290-0476-45E6-8905-1C3281793D86}"/>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cxnSp>
        <p:nvCxnSpPr>
          <p:cNvPr id="6" name="Straight Connector 5">
            <a:extLst>
              <a:ext uri="{FF2B5EF4-FFF2-40B4-BE49-F238E27FC236}">
                <a16:creationId xmlns:a16="http://schemas.microsoft.com/office/drawing/2014/main" id="{BFEFC27E-D5BA-43C3-9807-B7D5C912F6E7}"/>
              </a:ext>
            </a:extLst>
          </p:cNvPr>
          <p:cNvCxnSpPr/>
          <p:nvPr userDrawn="1"/>
        </p:nvCxnSpPr>
        <p:spPr bwMode="black">
          <a:xfrm>
            <a:off x="6095999" y="0"/>
            <a:ext cx="0" cy="6858000"/>
          </a:xfrm>
          <a:prstGeom prst="line">
            <a:avLst/>
          </a:prstGeom>
          <a:ln w="9525" cap="flat">
            <a:solidFill>
              <a:srgbClr val="F4F3F3"/>
            </a:solidFill>
            <a:prstDash val="solid"/>
            <a:round/>
          </a:ln>
        </p:spPr>
        <p:style>
          <a:lnRef idx="1">
            <a:schemeClr val="accent1"/>
          </a:lnRef>
          <a:fillRef idx="0">
            <a:schemeClr val="accent1"/>
          </a:fillRef>
          <a:effectRef idx="0">
            <a:schemeClr val="accent1"/>
          </a:effectRef>
          <a:fontRef idx="minor">
            <a:schemeClr val="tx1"/>
          </a:fontRef>
        </p:style>
      </p:cxnSp>
      <p:sp>
        <p:nvSpPr>
          <p:cNvPr id="9" name="Custommaster_draft2" hidden="1">
            <a:extLst>
              <a:ext uri="{FF2B5EF4-FFF2-40B4-BE49-F238E27FC236}">
                <a16:creationId xmlns:a16="http://schemas.microsoft.com/office/drawing/2014/main" id="{E0E24FD2-2FC7-4933-A61A-48C9621E970A}"/>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2576511186"/>
      </p:ext>
    </p:extLst>
  </p:cSld>
  <p:clrMapOvr>
    <a:masterClrMapping/>
  </p:clrMapOvr>
  <p:extLst>
    <p:ext uri="{DCECCB84-F9BA-43D5-87BE-67443E8EF086}">
      <p15:sldGuideLst xmlns:p15="http://schemas.microsoft.com/office/powerpoint/2012/main">
        <p15:guide id="1" pos="349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0" y="1"/>
            <a:ext cx="12191997"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Tree>
    <p:extLst>
      <p:ext uri="{BB962C8B-B14F-4D97-AF65-F5344CB8AC3E}">
        <p14:creationId xmlns:p14="http://schemas.microsoft.com/office/powerpoint/2010/main" val="339198702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cus/Callou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976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0166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22252-36CC-4B94-BBA7-4A86D38D3BBD}"/>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4" name="Picture Placeholder 3">
            <a:extLst>
              <a:ext uri="{FF2B5EF4-FFF2-40B4-BE49-F238E27FC236}">
                <a16:creationId xmlns:a16="http://schemas.microsoft.com/office/drawing/2014/main" id="{08FB3628-AF32-41A2-AB06-20C57FAC13BA}"/>
              </a:ext>
            </a:extLst>
          </p:cNvPr>
          <p:cNvSpPr>
            <a:spLocks noGrp="1" noChangeAspect="1"/>
          </p:cNvSpPr>
          <p:nvPr>
            <p:ph type="pic" sz="quarter" idx="10" hasCustomPrompt="1"/>
          </p:nvPr>
        </p:nvSpPr>
        <p:spPr bwMode="gray">
          <a:xfrm>
            <a:off x="1069848" y="2011680"/>
            <a:ext cx="2286000" cy="2286000"/>
          </a:xfrm>
          <a:prstGeom prst="ellipse">
            <a:avLst/>
          </a:prstGeom>
          <a:ln w="76200">
            <a:solidFill>
              <a:srgbClr val="F4F3F3"/>
            </a:solidFill>
            <a:miter lim="800000"/>
          </a:ln>
        </p:spPr>
        <p:txBody>
          <a:bodyPr anchor="ctr"/>
          <a:lstStyle>
            <a:lvl1pPr algn="ctr">
              <a:defRPr>
                <a:solidFill>
                  <a:schemeClr val="accent1"/>
                </a:solidFill>
              </a:defRPr>
            </a:lvl1pPr>
          </a:lstStyle>
          <a:p>
            <a:r>
              <a:rPr lang="en-US"/>
              <a:t>Placeholder for picture</a:t>
            </a:r>
          </a:p>
        </p:txBody>
      </p:sp>
      <p:sp>
        <p:nvSpPr>
          <p:cNvPr id="5" name="Picture Placeholder 3">
            <a:extLst>
              <a:ext uri="{FF2B5EF4-FFF2-40B4-BE49-F238E27FC236}">
                <a16:creationId xmlns:a16="http://schemas.microsoft.com/office/drawing/2014/main" id="{6BFF7695-068E-48BB-9A42-E24791ACFA7D}"/>
              </a:ext>
            </a:extLst>
          </p:cNvPr>
          <p:cNvSpPr>
            <a:spLocks noGrp="1" noChangeAspect="1"/>
          </p:cNvSpPr>
          <p:nvPr>
            <p:ph type="pic" sz="quarter" idx="11" hasCustomPrompt="1"/>
          </p:nvPr>
        </p:nvSpPr>
        <p:spPr bwMode="gray">
          <a:xfrm>
            <a:off x="4951476" y="2011680"/>
            <a:ext cx="2286000" cy="2286000"/>
          </a:xfrm>
          <a:prstGeom prst="ellipse">
            <a:avLst/>
          </a:prstGeom>
          <a:ln w="76200">
            <a:solidFill>
              <a:srgbClr val="F4F3F3"/>
            </a:solidFill>
            <a:miter lim="800000"/>
          </a:ln>
        </p:spPr>
        <p:txBody>
          <a:bodyPr anchor="ctr"/>
          <a:lstStyle>
            <a:lvl1pPr algn="ctr">
              <a:defRPr>
                <a:solidFill>
                  <a:schemeClr val="accent1"/>
                </a:solidFill>
              </a:defRPr>
            </a:lvl1pPr>
          </a:lstStyle>
          <a:p>
            <a:r>
              <a:rPr lang="en-US"/>
              <a:t>Placeholder for picture</a:t>
            </a:r>
          </a:p>
        </p:txBody>
      </p:sp>
      <p:sp>
        <p:nvSpPr>
          <p:cNvPr id="6" name="Picture Placeholder 3">
            <a:extLst>
              <a:ext uri="{FF2B5EF4-FFF2-40B4-BE49-F238E27FC236}">
                <a16:creationId xmlns:a16="http://schemas.microsoft.com/office/drawing/2014/main" id="{DCE4EDDA-44C1-4826-AD56-05D157F452B0}"/>
              </a:ext>
            </a:extLst>
          </p:cNvPr>
          <p:cNvSpPr>
            <a:spLocks noGrp="1" noChangeAspect="1"/>
          </p:cNvSpPr>
          <p:nvPr>
            <p:ph type="pic" sz="quarter" idx="12" hasCustomPrompt="1"/>
          </p:nvPr>
        </p:nvSpPr>
        <p:spPr bwMode="gray">
          <a:xfrm>
            <a:off x="8833104" y="2011680"/>
            <a:ext cx="2286000" cy="2286000"/>
          </a:xfrm>
          <a:prstGeom prst="ellipse">
            <a:avLst/>
          </a:prstGeom>
          <a:ln w="76200">
            <a:solidFill>
              <a:srgbClr val="F4F3F3"/>
            </a:solidFill>
            <a:miter lim="800000"/>
          </a:ln>
        </p:spPr>
        <p:txBody>
          <a:bodyPr anchor="ctr"/>
          <a:lstStyle>
            <a:lvl1pPr algn="ctr">
              <a:defRPr>
                <a:solidFill>
                  <a:schemeClr val="accent1"/>
                </a:solidFill>
              </a:defRPr>
            </a:lvl1pPr>
          </a:lstStyle>
          <a:p>
            <a:r>
              <a:rPr lang="en-US"/>
              <a:t>Placeholder for picture</a:t>
            </a:r>
          </a:p>
        </p:txBody>
      </p:sp>
      <p:sp>
        <p:nvSpPr>
          <p:cNvPr id="8" name="Text Placeholder 7">
            <a:extLst>
              <a:ext uri="{FF2B5EF4-FFF2-40B4-BE49-F238E27FC236}">
                <a16:creationId xmlns:a16="http://schemas.microsoft.com/office/drawing/2014/main" id="{233936E4-A8D5-43DA-AACE-A3AD8A7AAE21}"/>
              </a:ext>
            </a:extLst>
          </p:cNvPr>
          <p:cNvSpPr>
            <a:spLocks noGrp="1"/>
          </p:cNvSpPr>
          <p:nvPr>
            <p:ph type="body" sz="quarter" idx="13" hasCustomPrompt="1"/>
          </p:nvPr>
        </p:nvSpPr>
        <p:spPr bwMode="auto">
          <a:xfrm>
            <a:off x="548640" y="4572000"/>
            <a:ext cx="3328416" cy="369332"/>
          </a:xfrm>
        </p:spPr>
        <p:txBody>
          <a:bodyPr anchor="t">
            <a:spAutoFit/>
          </a:bodyPr>
          <a:lstStyle>
            <a:lvl1pPr algn="ctr">
              <a:spcBef>
                <a:spcPts val="0"/>
              </a:spcBef>
              <a:defRPr sz="2400" b="1">
                <a:solidFill>
                  <a:schemeClr val="accent2"/>
                </a:solidFill>
              </a:defRPr>
            </a:lvl1pPr>
          </a:lstStyle>
          <a:p>
            <a:pPr lvl="0"/>
            <a:r>
              <a:rPr lang="en-US"/>
              <a:t>Presenter’s Name</a:t>
            </a:r>
          </a:p>
        </p:txBody>
      </p:sp>
      <p:sp>
        <p:nvSpPr>
          <p:cNvPr id="9" name="Text Placeholder 7">
            <a:extLst>
              <a:ext uri="{FF2B5EF4-FFF2-40B4-BE49-F238E27FC236}">
                <a16:creationId xmlns:a16="http://schemas.microsoft.com/office/drawing/2014/main" id="{EB6D5E2E-9DEF-4E60-B35C-7434225A91CC}"/>
              </a:ext>
            </a:extLst>
          </p:cNvPr>
          <p:cNvSpPr>
            <a:spLocks noGrp="1"/>
          </p:cNvSpPr>
          <p:nvPr>
            <p:ph type="body" sz="quarter" idx="14" hasCustomPrompt="1"/>
          </p:nvPr>
        </p:nvSpPr>
        <p:spPr bwMode="auto">
          <a:xfrm>
            <a:off x="4430268" y="4572000"/>
            <a:ext cx="3328416" cy="369332"/>
          </a:xfrm>
        </p:spPr>
        <p:txBody>
          <a:bodyPr anchor="t">
            <a:spAutoFit/>
          </a:bodyPr>
          <a:lstStyle>
            <a:lvl1pPr algn="ctr">
              <a:spcBef>
                <a:spcPts val="0"/>
              </a:spcBef>
              <a:defRPr sz="2400" b="1">
                <a:solidFill>
                  <a:schemeClr val="accent2"/>
                </a:solidFill>
              </a:defRPr>
            </a:lvl1pPr>
          </a:lstStyle>
          <a:p>
            <a:pPr lvl="0"/>
            <a:r>
              <a:rPr lang="en-US"/>
              <a:t>Presenter’s Name</a:t>
            </a:r>
          </a:p>
        </p:txBody>
      </p:sp>
      <p:sp>
        <p:nvSpPr>
          <p:cNvPr id="10" name="Text Placeholder 7">
            <a:extLst>
              <a:ext uri="{FF2B5EF4-FFF2-40B4-BE49-F238E27FC236}">
                <a16:creationId xmlns:a16="http://schemas.microsoft.com/office/drawing/2014/main" id="{AA9E00FB-61C0-4238-A142-D59E9631E4BC}"/>
              </a:ext>
            </a:extLst>
          </p:cNvPr>
          <p:cNvSpPr>
            <a:spLocks noGrp="1"/>
          </p:cNvSpPr>
          <p:nvPr>
            <p:ph type="body" sz="quarter" idx="15" hasCustomPrompt="1"/>
          </p:nvPr>
        </p:nvSpPr>
        <p:spPr bwMode="auto">
          <a:xfrm>
            <a:off x="8311896" y="4572000"/>
            <a:ext cx="3328416" cy="369332"/>
          </a:xfrm>
        </p:spPr>
        <p:txBody>
          <a:bodyPr anchor="t">
            <a:spAutoFit/>
          </a:bodyPr>
          <a:lstStyle>
            <a:lvl1pPr algn="ctr">
              <a:spcBef>
                <a:spcPts val="0"/>
              </a:spcBef>
              <a:defRPr sz="2400" b="1">
                <a:solidFill>
                  <a:schemeClr val="accent2"/>
                </a:solidFill>
              </a:defRPr>
            </a:lvl1pPr>
          </a:lstStyle>
          <a:p>
            <a:pPr lvl="0"/>
            <a:r>
              <a:rPr lang="en-US"/>
              <a:t>Presenter’s Name</a:t>
            </a:r>
          </a:p>
        </p:txBody>
      </p:sp>
      <p:sp>
        <p:nvSpPr>
          <p:cNvPr id="11" name="Text Placeholder 7">
            <a:extLst>
              <a:ext uri="{FF2B5EF4-FFF2-40B4-BE49-F238E27FC236}">
                <a16:creationId xmlns:a16="http://schemas.microsoft.com/office/drawing/2014/main" id="{8EF54358-DADD-4143-A8AD-1BDB2186DC69}"/>
              </a:ext>
            </a:extLst>
          </p:cNvPr>
          <p:cNvSpPr>
            <a:spLocks noGrp="1"/>
          </p:cNvSpPr>
          <p:nvPr>
            <p:ph type="body" sz="quarter" idx="16" hasCustomPrompt="1"/>
          </p:nvPr>
        </p:nvSpPr>
        <p:spPr bwMode="auto">
          <a:xfrm>
            <a:off x="548640" y="5074920"/>
            <a:ext cx="3328416" cy="492443"/>
          </a:xfrm>
        </p:spPr>
        <p:txBody>
          <a:bodyPr anchor="t">
            <a:spAutoFit/>
          </a:bodyPr>
          <a:lstStyle>
            <a:lvl1pPr algn="ctr">
              <a:spcBef>
                <a:spcPts val="0"/>
              </a:spcBef>
              <a:spcAft>
                <a:spcPts val="600"/>
              </a:spcAft>
              <a:defRPr sz="1600" b="0">
                <a:solidFill>
                  <a:schemeClr val="accent1"/>
                </a:solidFill>
              </a:defRPr>
            </a:lvl1pPr>
          </a:lstStyle>
          <a:p>
            <a:pPr lvl="0"/>
            <a:r>
              <a:rPr lang="en-US"/>
              <a:t>Title</a:t>
            </a:r>
            <a:br>
              <a:rPr lang="en-US"/>
            </a:br>
            <a:r>
              <a:rPr lang="en-US"/>
              <a:t>Email</a:t>
            </a:r>
          </a:p>
        </p:txBody>
      </p:sp>
      <p:sp>
        <p:nvSpPr>
          <p:cNvPr id="12" name="Text Placeholder 7">
            <a:extLst>
              <a:ext uri="{FF2B5EF4-FFF2-40B4-BE49-F238E27FC236}">
                <a16:creationId xmlns:a16="http://schemas.microsoft.com/office/drawing/2014/main" id="{97278B55-C25A-48CC-8053-84DF48DB7772}"/>
              </a:ext>
            </a:extLst>
          </p:cNvPr>
          <p:cNvSpPr>
            <a:spLocks noGrp="1"/>
          </p:cNvSpPr>
          <p:nvPr>
            <p:ph type="body" sz="quarter" idx="17" hasCustomPrompt="1"/>
          </p:nvPr>
        </p:nvSpPr>
        <p:spPr bwMode="auto">
          <a:xfrm>
            <a:off x="4430268" y="5074920"/>
            <a:ext cx="3328416" cy="492443"/>
          </a:xfrm>
        </p:spPr>
        <p:txBody>
          <a:bodyPr anchor="t">
            <a:spAutoFit/>
          </a:bodyPr>
          <a:lstStyle>
            <a:lvl1pPr algn="ctr">
              <a:spcBef>
                <a:spcPts val="0"/>
              </a:spcBef>
              <a:spcAft>
                <a:spcPts val="600"/>
              </a:spcAft>
              <a:defRPr sz="1600" b="0">
                <a:solidFill>
                  <a:schemeClr val="accent1"/>
                </a:solidFill>
              </a:defRPr>
            </a:lvl1pPr>
          </a:lstStyle>
          <a:p>
            <a:pPr lvl="0"/>
            <a:r>
              <a:rPr lang="en-US"/>
              <a:t>Title</a:t>
            </a:r>
            <a:br>
              <a:rPr lang="en-US"/>
            </a:br>
            <a:r>
              <a:rPr lang="en-US"/>
              <a:t>Email</a:t>
            </a:r>
          </a:p>
        </p:txBody>
      </p:sp>
      <p:sp>
        <p:nvSpPr>
          <p:cNvPr id="13" name="Text Placeholder 7">
            <a:extLst>
              <a:ext uri="{FF2B5EF4-FFF2-40B4-BE49-F238E27FC236}">
                <a16:creationId xmlns:a16="http://schemas.microsoft.com/office/drawing/2014/main" id="{8A170C61-5603-4A4B-8297-EB07B549DC14}"/>
              </a:ext>
            </a:extLst>
          </p:cNvPr>
          <p:cNvSpPr>
            <a:spLocks noGrp="1"/>
          </p:cNvSpPr>
          <p:nvPr>
            <p:ph type="body" sz="quarter" idx="18" hasCustomPrompt="1"/>
          </p:nvPr>
        </p:nvSpPr>
        <p:spPr bwMode="auto">
          <a:xfrm>
            <a:off x="8311896" y="5074920"/>
            <a:ext cx="3328416" cy="492443"/>
          </a:xfrm>
        </p:spPr>
        <p:txBody>
          <a:bodyPr anchor="t">
            <a:spAutoFit/>
          </a:bodyPr>
          <a:lstStyle>
            <a:lvl1pPr algn="ctr">
              <a:spcBef>
                <a:spcPts val="0"/>
              </a:spcBef>
              <a:spcAft>
                <a:spcPts val="600"/>
              </a:spcAft>
              <a:defRPr sz="1600" b="0">
                <a:solidFill>
                  <a:schemeClr val="accent1"/>
                </a:solidFill>
              </a:defRPr>
            </a:lvl1pPr>
          </a:lstStyle>
          <a:p>
            <a:pPr lvl="0"/>
            <a:r>
              <a:rPr lang="en-US"/>
              <a:t>Title</a:t>
            </a:r>
            <a:br>
              <a:rPr lang="en-US"/>
            </a:br>
            <a:r>
              <a:rPr lang="en-US"/>
              <a:t>Email</a:t>
            </a:r>
          </a:p>
        </p:txBody>
      </p:sp>
    </p:spTree>
    <p:extLst>
      <p:ext uri="{BB962C8B-B14F-4D97-AF65-F5344CB8AC3E}">
        <p14:creationId xmlns:p14="http://schemas.microsoft.com/office/powerpoint/2010/main" val="214271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C74BD3F-5D46-4450-9A9D-DA1D80947BA4}"/>
              </a:ext>
            </a:extLst>
          </p:cNvPr>
          <p:cNvSpPr>
            <a:spLocks noGrp="1"/>
          </p:cNvSpPr>
          <p:nvPr>
            <p:ph type="ctrTitle" hasCustomPrompt="1"/>
          </p:nvPr>
        </p:nvSpPr>
        <p:spPr bwMode="auto">
          <a:xfrm>
            <a:off x="548640" y="2378377"/>
            <a:ext cx="5669280" cy="2286000"/>
          </a:xfrm>
        </p:spPr>
        <p:txBody>
          <a:bodyPr anchor="ctr">
            <a:noAutofit/>
          </a:bodyPr>
          <a:lstStyle>
            <a:lvl1pPr algn="l">
              <a:defRPr sz="3600">
                <a:solidFill>
                  <a:schemeClr val="accent1"/>
                </a:solidFill>
              </a:defRPr>
            </a:lvl1pPr>
          </a:lstStyle>
          <a:p>
            <a:r>
              <a:rPr lang="en-US"/>
              <a:t>Thank you!</a:t>
            </a:r>
          </a:p>
        </p:txBody>
      </p:sp>
      <p:sp>
        <p:nvSpPr>
          <p:cNvPr id="6" name="endmaster_draft" hidden="1">
            <a:extLst>
              <a:ext uri="{FF2B5EF4-FFF2-40B4-BE49-F238E27FC236}">
                <a16:creationId xmlns:a16="http://schemas.microsoft.com/office/drawing/2014/main" id="{81326F59-A1E6-4CE8-ABFE-7B5DCB4EA9A4}"/>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pic>
        <p:nvPicPr>
          <p:cNvPr id="10" name="Graphic 9">
            <a:extLst>
              <a:ext uri="{FF2B5EF4-FFF2-40B4-BE49-F238E27FC236}">
                <a16:creationId xmlns:a16="http://schemas.microsoft.com/office/drawing/2014/main" id="{B2F2F38E-B7D1-43E7-A399-12A4B56EBB7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274" y="549090"/>
            <a:ext cx="2793076" cy="640080"/>
          </a:xfrm>
          <a:prstGeom prst="rect">
            <a:avLst/>
          </a:prstGeom>
        </p:spPr>
      </p:pic>
      <p:pic>
        <p:nvPicPr>
          <p:cNvPr id="11" name="Picture 10">
            <a:extLst>
              <a:ext uri="{FF2B5EF4-FFF2-40B4-BE49-F238E27FC236}">
                <a16:creationId xmlns:a16="http://schemas.microsoft.com/office/drawing/2014/main" id="{E37EB11E-6B3B-4CF9-9FB7-D8EFB9FBA30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19366" y="549090"/>
            <a:ext cx="4023360" cy="4023360"/>
          </a:xfrm>
          <a:prstGeom prst="rect">
            <a:avLst/>
          </a:prstGeom>
        </p:spPr>
      </p:pic>
    </p:spTree>
    <p:extLst>
      <p:ext uri="{BB962C8B-B14F-4D97-AF65-F5344CB8AC3E}">
        <p14:creationId xmlns:p14="http://schemas.microsoft.com/office/powerpoint/2010/main" val="13696713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860C-1611-415D-B493-9E72EFC20C69}"/>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3" name="Content Placeholder 2">
            <a:extLst>
              <a:ext uri="{FF2B5EF4-FFF2-40B4-BE49-F238E27FC236}">
                <a16:creationId xmlns:a16="http://schemas.microsoft.com/office/drawing/2014/main" id="{6AA77F65-8A9A-4083-8B11-117385C26FBF}"/>
              </a:ext>
            </a:extLst>
          </p:cNvPr>
          <p:cNvSpPr>
            <a:spLocks noGrp="1"/>
          </p:cNvSpPr>
          <p:nvPr>
            <p:ph idx="1" hasCustomPrompt="1"/>
          </p:nvPr>
        </p:nvSpPr>
        <p:spPr bwMode="auto">
          <a:xfrm>
            <a:off x="548640" y="1856232"/>
            <a:ext cx="11091672" cy="4453128"/>
          </a:xfrm>
        </p:spPr>
        <p:txBody>
          <a:bodyPr/>
          <a:lstStyle>
            <a:lvl1pPr rtl="0">
              <a:defRPr>
                <a:solidFill>
                  <a:schemeClr val="accent1"/>
                </a:solidFill>
                <a:latin typeface="+mn-lt"/>
              </a:defRPr>
            </a:lvl1pPr>
            <a:lvl2pPr>
              <a:buClrTx/>
              <a:defRPr>
                <a:solidFill>
                  <a:schemeClr val="accent1"/>
                </a:solidFill>
                <a:latin typeface="+mn-lt"/>
              </a:defRPr>
            </a:lvl2pPr>
            <a:lvl3pPr>
              <a:buClrTx/>
              <a:defRPr>
                <a:solidFill>
                  <a:schemeClr val="accent1"/>
                </a:solidFill>
                <a:latin typeface="+mn-lt"/>
              </a:defRPr>
            </a:lvl3pPr>
          </a:lstStyle>
          <a:p>
            <a:pPr rtl="0"/>
            <a:r>
              <a:rPr lang="en-US" b="0" i="0" u="none" strike="noStrike" kern="1200" baseline="0">
                <a:solidFill>
                  <a:srgbClr val="1A1628"/>
                </a:solidFill>
                <a:latin typeface="Arial" panose="020B0604020202020204" pitchFamily="34" charset="0"/>
              </a:rPr>
              <a:t>Click to add text (Arial 18 </a:t>
            </a:r>
            <a:r>
              <a:rPr lang="en-US" b="0" i="0" u="none" strike="noStrike" kern="1200" baseline="0" err="1">
                <a:solidFill>
                  <a:srgbClr val="1A1628"/>
                </a:solidFill>
                <a:latin typeface="Arial" panose="020B0604020202020204" pitchFamily="34" charset="0"/>
              </a:rPr>
              <a:t>pt</a:t>
            </a:r>
            <a:r>
              <a:rPr lang="en-US" b="0" i="0" u="none" strike="noStrike" kern="1200" baseline="0">
                <a:solidFill>
                  <a:srgbClr val="1A1628"/>
                </a:solidFill>
                <a:latin typeface="Arial" panose="020B0604020202020204" pitchFamily="34" charset="0"/>
              </a:rPr>
              <a:t>)</a:t>
            </a:r>
          </a:p>
          <a:p>
            <a:pPr lvl="1"/>
            <a:r>
              <a:rPr lang="en-US"/>
              <a:t>Second level</a:t>
            </a:r>
          </a:p>
          <a:p>
            <a:pPr lvl="2"/>
            <a:r>
              <a:rPr lang="en-US"/>
              <a:t>Third level</a:t>
            </a:r>
          </a:p>
        </p:txBody>
      </p:sp>
    </p:spTree>
    <p:extLst>
      <p:ext uri="{BB962C8B-B14F-4D97-AF65-F5344CB8AC3E}">
        <p14:creationId xmlns:p14="http://schemas.microsoft.com/office/powerpoint/2010/main" val="231997520"/>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DD2C-32BF-2BB2-E23A-4BEBA474C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7E56BC-790E-1A31-1332-E698E9144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BCAD5B-C5C7-3C94-4D17-D94F2E1E2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7DEC07-C98A-F5A2-5AE8-C635B7A2337E}"/>
              </a:ext>
            </a:extLst>
          </p:cNvPr>
          <p:cNvSpPr>
            <a:spLocks noGrp="1"/>
          </p:cNvSpPr>
          <p:nvPr>
            <p:ph type="dt" sz="half" idx="10"/>
          </p:nvPr>
        </p:nvSpPr>
        <p:spPr/>
        <p:txBody>
          <a:bodyPr/>
          <a:lstStyle/>
          <a:p>
            <a:fld id="{F662B56D-B202-3D4F-8402-2F6C6E257527}" type="datetimeFigureOut">
              <a:rPr lang="en-US" smtClean="0"/>
              <a:t>11/4/25</a:t>
            </a:fld>
            <a:endParaRPr lang="en-US"/>
          </a:p>
        </p:txBody>
      </p:sp>
      <p:sp>
        <p:nvSpPr>
          <p:cNvPr id="6" name="Footer Placeholder 5">
            <a:extLst>
              <a:ext uri="{FF2B5EF4-FFF2-40B4-BE49-F238E27FC236}">
                <a16:creationId xmlns:a16="http://schemas.microsoft.com/office/drawing/2014/main" id="{B355730E-A5E0-E3C6-7F0A-12743902B9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90D79B-8FDA-1B20-5BDD-FDDC73BE0C5F}"/>
              </a:ext>
            </a:extLst>
          </p:cNvPr>
          <p:cNvSpPr>
            <a:spLocks noGrp="1"/>
          </p:cNvSpPr>
          <p:nvPr>
            <p:ph type="sldNum" sz="quarter" idx="12"/>
          </p:nvPr>
        </p:nvSpPr>
        <p:spPr/>
        <p:txBody>
          <a:bodyPr/>
          <a:lstStyle/>
          <a:p>
            <a:fld id="{339140EC-5135-C947-BEAF-2304050873F9}" type="slidenum">
              <a:rPr lang="en-US" smtClean="0"/>
              <a:t>‹#›</a:t>
            </a:fld>
            <a:endParaRPr lang="en-US"/>
          </a:p>
        </p:txBody>
      </p:sp>
    </p:spTree>
    <p:extLst>
      <p:ext uri="{BB962C8B-B14F-4D97-AF65-F5344CB8AC3E}">
        <p14:creationId xmlns:p14="http://schemas.microsoft.com/office/powerpoint/2010/main" val="2063055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A114F-0D26-4F75-9C91-62862E7EFB46}"/>
              </a:ext>
            </a:extLst>
          </p:cNvPr>
          <p:cNvSpPr>
            <a:spLocks noGrp="1"/>
          </p:cNvSpPr>
          <p:nvPr>
            <p:ph type="title"/>
          </p:nvPr>
        </p:nvSpPr>
        <p:spPr bwMode="auto">
          <a:xfrm>
            <a:off x="548640" y="429768"/>
            <a:ext cx="11091672" cy="492443"/>
          </a:xfrm>
          <a:prstGeom prst="rect">
            <a:avLst/>
          </a:prstGeom>
        </p:spPr>
        <p:txBody>
          <a:bodyPr vert="horz" lIns="0" tIns="0" rIns="0" bIns="0" rtlCol="0" anchor="t">
            <a:spAutoFit/>
          </a:bodyPr>
          <a:lstStyle/>
          <a:p>
            <a:r>
              <a:rPr lang="en-US"/>
              <a:t>Click to add title (Times New Roman 32 pt)</a:t>
            </a:r>
          </a:p>
        </p:txBody>
      </p:sp>
      <p:sp>
        <p:nvSpPr>
          <p:cNvPr id="3" name="Text Placeholder 2">
            <a:extLst>
              <a:ext uri="{FF2B5EF4-FFF2-40B4-BE49-F238E27FC236}">
                <a16:creationId xmlns:a16="http://schemas.microsoft.com/office/drawing/2014/main" id="{E5919C1B-9847-492D-9832-3F08D03F2361}"/>
              </a:ext>
            </a:extLst>
          </p:cNvPr>
          <p:cNvSpPr>
            <a:spLocks noGrp="1"/>
          </p:cNvSpPr>
          <p:nvPr>
            <p:ph type="body" idx="1"/>
          </p:nvPr>
        </p:nvSpPr>
        <p:spPr bwMode="auto">
          <a:xfrm>
            <a:off x="548640" y="1856232"/>
            <a:ext cx="11091672" cy="4453128"/>
          </a:xfrm>
          <a:prstGeom prst="rect">
            <a:avLst/>
          </a:prstGeom>
        </p:spPr>
        <p:txBody>
          <a:bodyPr vert="horz" lIns="0" tIns="0" rIns="0" bIns="0" rtlCol="0">
            <a:noAutofit/>
          </a:bodyPr>
          <a:lstStyle/>
          <a:p>
            <a:pPr lvl="0"/>
            <a:r>
              <a:rPr lang="en-US"/>
              <a:t>Click to add text (Arial 18 </a:t>
            </a:r>
            <a:r>
              <a:rPr lang="en-US" err="1"/>
              <a:t>pt</a:t>
            </a:r>
            <a:r>
              <a:rPr lang="en-US"/>
              <a:t>)</a:t>
            </a:r>
          </a:p>
          <a:p>
            <a:pPr lvl="1"/>
            <a:r>
              <a:rPr lang="en-US"/>
              <a:t>Second level</a:t>
            </a:r>
          </a:p>
          <a:p>
            <a:pPr lvl="2"/>
            <a:r>
              <a:rPr lang="en-US"/>
              <a:t>Third level</a:t>
            </a:r>
          </a:p>
        </p:txBody>
      </p:sp>
      <p:sp>
        <p:nvSpPr>
          <p:cNvPr id="12" name="slidemaster_copyright">
            <a:extLst>
              <a:ext uri="{FF2B5EF4-FFF2-40B4-BE49-F238E27FC236}">
                <a16:creationId xmlns:a16="http://schemas.microsoft.com/office/drawing/2014/main" id="{EBE4C112-DAE1-4383-B338-60D56B961C5A}"/>
              </a:ext>
            </a:extLst>
          </p:cNvPr>
          <p:cNvSpPr txBox="1">
            <a:spLocks/>
          </p:cNvSpPr>
          <p:nvPr userDrawn="1"/>
        </p:nvSpPr>
        <p:spPr bwMode="auto">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A3A1A8"/>
                </a:solidFill>
              </a:rPr>
              <a:t>© 2025 ZS | Confidential</a:t>
            </a:r>
          </a:p>
        </p:txBody>
      </p:sp>
      <p:sp>
        <p:nvSpPr>
          <p:cNvPr id="13" name="slidemaster_pagenumber">
            <a:extLst>
              <a:ext uri="{FF2B5EF4-FFF2-40B4-BE49-F238E27FC236}">
                <a16:creationId xmlns:a16="http://schemas.microsoft.com/office/drawing/2014/main" id="{2877A940-A631-4E1B-B19B-5FF4D109B3FD}"/>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
        <p:nvSpPr>
          <p:cNvPr id="14" name="slidemaster_filename">
            <a:extLst>
              <a:ext uri="{FF2B5EF4-FFF2-40B4-BE49-F238E27FC236}">
                <a16:creationId xmlns:a16="http://schemas.microsoft.com/office/drawing/2014/main" id="{F68B06B1-86C6-4EE3-836F-F05FD01ADDC4}"/>
              </a:ext>
            </a:extLst>
          </p:cNvPr>
          <p:cNvSpPr txBox="1">
            <a:spLocks/>
          </p:cNvSpPr>
          <p:nvPr userDrawn="1"/>
        </p:nvSpPr>
        <p:spPr bwMode="auto">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
        <p:nvSpPr>
          <p:cNvPr id="7" name="slidemaster_draft" hidden="1">
            <a:extLst>
              <a:ext uri="{FF2B5EF4-FFF2-40B4-BE49-F238E27FC236}">
                <a16:creationId xmlns:a16="http://schemas.microsoft.com/office/drawing/2014/main" id="{25417A80-DCE9-4A55-A666-815B9E2F92BA}"/>
              </a:ext>
            </a:extLst>
          </p:cNvPr>
          <p:cNvSpPr txBox="1"/>
          <p:nvPr userDrawn="1"/>
        </p:nvSpPr>
        <p:spPr>
          <a:xfrm>
            <a:off x="5931692" y="189999"/>
            <a:ext cx="328616"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380673479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92" r:id="rId3"/>
    <p:sldLayoutId id="2147483689" r:id="rId4"/>
    <p:sldLayoutId id="2147483717" r:id="rId5"/>
    <p:sldLayoutId id="2147483720" r:id="rId6"/>
    <p:sldLayoutId id="2147483721" r:id="rId7"/>
    <p:sldLayoutId id="2147483722" r:id="rId8"/>
    <p:sldLayoutId id="2147483723" r:id="rId9"/>
    <p:sldLayoutId id="2147483694" r:id="rId10"/>
    <p:sldLayoutId id="2147483712" r:id="rId11"/>
    <p:sldLayoutId id="2147483711" r:id="rId12"/>
    <p:sldLayoutId id="2147483718" r:id="rId13"/>
    <p:sldLayoutId id="2147483695" r:id="rId14"/>
    <p:sldLayoutId id="2147483719" r:id="rId15"/>
    <p:sldLayoutId id="2147483701" r:id="rId16"/>
    <p:sldLayoutId id="2147483693" r:id="rId17"/>
    <p:sldLayoutId id="2147483713" r:id="rId18"/>
    <p:sldLayoutId id="2147483714" r:id="rId19"/>
    <p:sldLayoutId id="2147483715" r:id="rId20"/>
    <p:sldLayoutId id="2147483747" r:id="rId21"/>
    <p:sldLayoutId id="2147483748" r:id="rId22"/>
  </p:sldLayoutIdLst>
  <p:txStyles>
    <p:titleStyle>
      <a:lvl1pPr algn="l" defTabSz="914400" rtl="0" eaLnBrk="1" latinLnBrk="0" hangingPunct="1">
        <a:lnSpc>
          <a:spcPct val="100000"/>
        </a:lnSpc>
        <a:spcBef>
          <a:spcPct val="0"/>
        </a:spcBef>
        <a:buNone/>
        <a:defRPr sz="3200" b="1" kern="1200">
          <a:solidFill>
            <a:schemeClr val="accent1"/>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100000"/>
        </a:lnSpc>
        <a:spcBef>
          <a:spcPts val="1500"/>
        </a:spcBef>
        <a:spcAft>
          <a:spcPts val="0"/>
        </a:spcAft>
        <a:buFont typeface="Arial" panose="020B0604020202020204" pitchFamily="34" charset="0"/>
        <a:buNone/>
        <a:defRPr sz="1800" kern="1200">
          <a:solidFill>
            <a:schemeClr val="accent1"/>
          </a:solidFill>
          <a:latin typeface="+mn-lt"/>
          <a:ea typeface="+mn-ea"/>
          <a:cs typeface="+mn-cs"/>
        </a:defRPr>
      </a:lvl1pPr>
      <a:lvl2pPr marL="228600" indent="-228600" algn="l" defTabSz="914400" rtl="0" eaLnBrk="1" latinLnBrk="0" hangingPunct="1">
        <a:lnSpc>
          <a:spcPct val="100000"/>
        </a:lnSpc>
        <a:spcBef>
          <a:spcPts val="600"/>
        </a:spcBef>
        <a:spcAft>
          <a:spcPts val="0"/>
        </a:spcAft>
        <a:buClrTx/>
        <a:buFont typeface="Wingdings 2" panose="05020102010507070707" pitchFamily="18" charset="2"/>
        <a:buChar char=""/>
        <a:defRPr sz="1800" kern="1200">
          <a:solidFill>
            <a:schemeClr val="accent1"/>
          </a:solidFill>
          <a:latin typeface="+mn-lt"/>
          <a:ea typeface="+mn-ea"/>
          <a:cs typeface="+mn-cs"/>
        </a:defRPr>
      </a:lvl2pPr>
      <a:lvl3pPr marL="457200" indent="-228600" algn="l" defTabSz="914400" rtl="0" eaLnBrk="1" latinLnBrk="0" hangingPunct="1">
        <a:lnSpc>
          <a:spcPct val="100000"/>
        </a:lnSpc>
        <a:spcBef>
          <a:spcPts val="600"/>
        </a:spcBef>
        <a:spcAft>
          <a:spcPts val="0"/>
        </a:spcAft>
        <a:buClrTx/>
        <a:buFont typeface="Arial" panose="020B0604020202020204" pitchFamily="34" charset="0"/>
        <a:buChar char="–"/>
        <a:defRPr sz="1800" kern="1200">
          <a:solidFill>
            <a:schemeClr val="accent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6" userDrawn="1">
          <p15:clr>
            <a:srgbClr val="F26B43"/>
          </p15:clr>
        </p15:guide>
        <p15:guide id="2" pos="7334" userDrawn="1">
          <p15:clr>
            <a:srgbClr val="F26B43"/>
          </p15:clr>
        </p15:guide>
        <p15:guide id="3" orient="horz" pos="346" userDrawn="1">
          <p15:clr>
            <a:srgbClr val="F26B43"/>
          </p15:clr>
        </p15:guide>
        <p15:guide id="4"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0AF1D-008E-3334-74A8-7A9C3C241B3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C724EA7-B2FC-EE74-E9FB-9977B9F4573B}"/>
              </a:ext>
            </a:extLst>
          </p:cNvPr>
          <p:cNvSpPr/>
          <p:nvPr/>
        </p:nvSpPr>
        <p:spPr>
          <a:xfrm>
            <a:off x="4176485" y="410723"/>
            <a:ext cx="4187371" cy="461665"/>
          </a:xfrm>
          <a:prstGeom prst="rect">
            <a:avLst/>
          </a:prstGeom>
        </p:spPr>
        <p:txBody>
          <a:bodyPr wrap="square" lIns="91440" tIns="45720" rIns="91440" bIns="45720" anchor="t">
            <a:spAutoFit/>
          </a:bodyPr>
          <a:lstStyle/>
          <a:p>
            <a:pPr algn="ctr">
              <a:spcBef>
                <a:spcPts val="0"/>
              </a:spcBef>
              <a:spcAft>
                <a:spcPts val="600"/>
              </a:spcAft>
              <a:defRPr/>
            </a:pPr>
            <a:r>
              <a:rPr lang="en-US" sz="2400" b="1" dirty="0">
                <a:solidFill>
                  <a:srgbClr val="EC7200"/>
                </a:solidFill>
                <a:latin typeface="Times New Roman" panose="02020603050405020304" pitchFamily="18" charset="0"/>
                <a:ea typeface="Source Sans Pro"/>
                <a:cs typeface="Times New Roman" panose="02020603050405020304" pitchFamily="18" charset="0"/>
              </a:rPr>
              <a:t>Customer Engagement</a:t>
            </a:r>
            <a:endParaRPr lang="en-US" dirty="0">
              <a:latin typeface="Times New Roman" panose="02020603050405020304" pitchFamily="18"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7142457D-991D-5B54-CD2E-923B69DCBE44}"/>
              </a:ext>
            </a:extLst>
          </p:cNvPr>
          <p:cNvCxnSpPr>
            <a:cxnSpLocks/>
          </p:cNvCxnSpPr>
          <p:nvPr/>
        </p:nvCxnSpPr>
        <p:spPr>
          <a:xfrm>
            <a:off x="4176485" y="899022"/>
            <a:ext cx="4187371" cy="0"/>
          </a:xfrm>
          <a:prstGeom prst="straightConnector1">
            <a:avLst/>
          </a:prstGeom>
          <a:ln w="28575" cap="rnd">
            <a:solidFill>
              <a:schemeClr val="accent3"/>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7231568-71B2-746A-7EEE-5FEC5915FA50}"/>
              </a:ext>
            </a:extLst>
          </p:cNvPr>
          <p:cNvSpPr txBox="1"/>
          <p:nvPr/>
        </p:nvSpPr>
        <p:spPr>
          <a:xfrm>
            <a:off x="6646863" y="1342582"/>
            <a:ext cx="5056457" cy="5058216"/>
          </a:xfrm>
          <a:prstGeom prst="rect">
            <a:avLst/>
          </a:prstGeom>
          <a:noFill/>
          <a:ln>
            <a:noFill/>
            <a:miter lim="800000"/>
          </a:ln>
        </p:spPr>
        <p:txBody>
          <a:bodyPr wrap="none" lIns="0" tIns="0" rIns="0" bIns="0" rtlCol="0" anchor="ctr">
            <a:noAutofit/>
          </a:bodyPr>
          <a:lstStyle/>
          <a:p>
            <a:pPr algn="ctr">
              <a:spcBef>
                <a:spcPts val="600"/>
              </a:spcBef>
            </a:pPr>
            <a:r>
              <a:rPr lang="en-US" dirty="0"/>
              <a:t>5,659 unique users monitored in Field Insights</a:t>
            </a:r>
          </a:p>
          <a:p>
            <a:pPr algn="ctr"/>
            <a:r>
              <a:rPr lang="en-US" sz="1400" dirty="0">
                <a:solidFill>
                  <a:schemeClr val="tx2"/>
                </a:solidFill>
              </a:rPr>
              <a:t>supported by over 100 qualitative interviews </a:t>
            </a:r>
            <a:endParaRPr lang="en-US" sz="1400" dirty="0">
              <a:solidFill>
                <a:schemeClr val="tx2"/>
              </a:solidFill>
              <a:cs typeface="Arial"/>
            </a:endParaRPr>
          </a:p>
          <a:p>
            <a:pPr algn="ctr">
              <a:spcBef>
                <a:spcPts val="600"/>
              </a:spcBef>
            </a:pPr>
            <a:endParaRPr lang="en-US" dirty="0"/>
          </a:p>
          <a:p>
            <a:pPr algn="ctr">
              <a:spcBef>
                <a:spcPts val="600"/>
              </a:spcBef>
            </a:pPr>
            <a:r>
              <a:rPr lang="en-US" dirty="0"/>
              <a:t>40 qualitative Orchestration Center end user interviews</a:t>
            </a:r>
            <a:endParaRPr lang="en-US" dirty="0">
              <a:cs typeface="Arial"/>
            </a:endParaRPr>
          </a:p>
          <a:p>
            <a:pPr algn="ctr"/>
            <a:r>
              <a:rPr lang="en-US" sz="1400" dirty="0">
                <a:solidFill>
                  <a:schemeClr val="tx2"/>
                </a:solidFill>
              </a:rPr>
              <a:t>Representing eight clients over the past three years</a:t>
            </a:r>
            <a:endParaRPr lang="en-US" sz="1400" dirty="0">
              <a:solidFill>
                <a:schemeClr val="tx2"/>
              </a:solidFill>
              <a:cs typeface="Arial"/>
            </a:endParaRPr>
          </a:p>
          <a:p>
            <a:pPr algn="ctr">
              <a:spcBef>
                <a:spcPts val="600"/>
              </a:spcBef>
            </a:pPr>
            <a:endParaRPr lang="en-US" dirty="0"/>
          </a:p>
          <a:p>
            <a:pPr algn="ctr">
              <a:spcBef>
                <a:spcPts val="600"/>
              </a:spcBef>
            </a:pPr>
            <a:r>
              <a:rPr lang="en-US" dirty="0"/>
              <a:t>MSL research workshop</a:t>
            </a:r>
            <a:endParaRPr lang="en-US" dirty="0">
              <a:cs typeface="Arial"/>
            </a:endParaRPr>
          </a:p>
          <a:p>
            <a:pPr algn="ctr"/>
            <a:r>
              <a:rPr lang="en-US" sz="1400" dirty="0">
                <a:solidFill>
                  <a:schemeClr val="tx2"/>
                </a:solidFill>
              </a:rPr>
              <a:t>Senior leaders representing Medical Affairs, Medical Practice,</a:t>
            </a:r>
            <a:endParaRPr lang="en-US" sz="1400" dirty="0">
              <a:solidFill>
                <a:schemeClr val="tx2"/>
              </a:solidFill>
              <a:cs typeface="Arial"/>
            </a:endParaRPr>
          </a:p>
          <a:p>
            <a:pPr algn="ctr"/>
            <a:r>
              <a:rPr lang="en-US" sz="1400" dirty="0">
                <a:solidFill>
                  <a:schemeClr val="tx2"/>
                </a:solidFill>
              </a:rPr>
              <a:t>Digital Customer Engagement, and the ZAIDYN Platform</a:t>
            </a:r>
          </a:p>
          <a:p>
            <a:pPr algn="ctr">
              <a:spcBef>
                <a:spcPts val="600"/>
              </a:spcBef>
            </a:pPr>
            <a:endParaRPr lang="en-US" dirty="0">
              <a:solidFill>
                <a:schemeClr val="tx2"/>
              </a:solidFill>
              <a:cs typeface="Arial"/>
            </a:endParaRPr>
          </a:p>
          <a:p>
            <a:pPr algn="ctr">
              <a:spcBef>
                <a:spcPts val="600"/>
              </a:spcBef>
            </a:pPr>
            <a:r>
              <a:rPr lang="en-US" dirty="0">
                <a:cs typeface="Arial"/>
              </a:rPr>
              <a:t>Internal research partnerships</a:t>
            </a:r>
          </a:p>
          <a:p>
            <a:pPr algn="ctr"/>
            <a:r>
              <a:rPr lang="en-US" sz="1400" dirty="0">
                <a:solidFill>
                  <a:schemeClr val="tx2"/>
                </a:solidFill>
                <a:cs typeface="Arial"/>
              </a:rPr>
              <a:t>ZAIDYN Product Marketing and ZAIDYN Knowledge Services</a:t>
            </a:r>
          </a:p>
        </p:txBody>
      </p:sp>
      <p:sp>
        <p:nvSpPr>
          <p:cNvPr id="9" name="TextBox 8">
            <a:extLst>
              <a:ext uri="{FF2B5EF4-FFF2-40B4-BE49-F238E27FC236}">
                <a16:creationId xmlns:a16="http://schemas.microsoft.com/office/drawing/2014/main" id="{5C2D7089-2544-DABF-5F41-3750B2EB47DA}"/>
              </a:ext>
            </a:extLst>
          </p:cNvPr>
          <p:cNvSpPr txBox="1"/>
          <p:nvPr/>
        </p:nvSpPr>
        <p:spPr>
          <a:xfrm>
            <a:off x="488681" y="1427278"/>
            <a:ext cx="5056457" cy="5058216"/>
          </a:xfrm>
          <a:prstGeom prst="rect">
            <a:avLst/>
          </a:prstGeom>
          <a:noFill/>
          <a:ln>
            <a:noFill/>
            <a:miter lim="800000"/>
          </a:ln>
        </p:spPr>
        <p:txBody>
          <a:bodyPr wrap="none" lIns="0" tIns="0" rIns="0" bIns="0" rtlCol="0" anchor="ctr">
            <a:noAutofit/>
          </a:bodyPr>
          <a:lstStyle/>
          <a:p>
            <a:pPr algn="ctr">
              <a:spcBef>
                <a:spcPts val="600"/>
              </a:spcBef>
            </a:pPr>
            <a:r>
              <a:rPr lang="en-US" b="1" dirty="0">
                <a:solidFill>
                  <a:schemeClr val="bg1"/>
                </a:solidFill>
              </a:rPr>
              <a:t>Team of seven designers</a:t>
            </a:r>
          </a:p>
          <a:p>
            <a:pPr algn="ctr"/>
            <a:r>
              <a:rPr lang="en-US" sz="1400" dirty="0">
                <a:solidFill>
                  <a:schemeClr val="tx2">
                    <a:lumMod val="40000"/>
                    <a:lumOff val="60000"/>
                  </a:schemeClr>
                </a:solidFill>
              </a:rPr>
              <a:t>5 UX | 2 UI specialist</a:t>
            </a:r>
            <a:endParaRPr lang="en-US" sz="1400" dirty="0">
              <a:solidFill>
                <a:schemeClr val="tx2">
                  <a:lumMod val="40000"/>
                  <a:lumOff val="60000"/>
                </a:schemeClr>
              </a:solidFill>
              <a:cs typeface="Arial"/>
            </a:endParaRPr>
          </a:p>
          <a:p>
            <a:pPr algn="ctr">
              <a:spcBef>
                <a:spcPts val="600"/>
              </a:spcBef>
            </a:pPr>
            <a:endParaRPr lang="en-US" dirty="0">
              <a:solidFill>
                <a:schemeClr val="bg1"/>
              </a:solidFill>
            </a:endParaRPr>
          </a:p>
          <a:p>
            <a:pPr algn="ctr">
              <a:spcBef>
                <a:spcPts val="600"/>
              </a:spcBef>
            </a:pPr>
            <a:r>
              <a:rPr lang="en-US" b="1" dirty="0">
                <a:solidFill>
                  <a:schemeClr val="bg1"/>
                </a:solidFill>
              </a:rPr>
              <a:t>Supporting two core product lines</a:t>
            </a:r>
            <a:endParaRPr lang="en-US" b="1" dirty="0">
              <a:solidFill>
                <a:schemeClr val="bg1"/>
              </a:solidFill>
              <a:cs typeface="Arial"/>
            </a:endParaRPr>
          </a:p>
          <a:p>
            <a:pPr algn="ctr"/>
            <a:r>
              <a:rPr lang="en-US" sz="1400" dirty="0">
                <a:solidFill>
                  <a:schemeClr val="tx2">
                    <a:lumMod val="40000"/>
                    <a:lumOff val="60000"/>
                  </a:schemeClr>
                </a:solidFill>
              </a:rPr>
              <a:t>Orchestration Center | Field Insights</a:t>
            </a:r>
            <a:endParaRPr lang="en-US" sz="1400" dirty="0">
              <a:solidFill>
                <a:schemeClr val="tx2">
                  <a:lumMod val="40000"/>
                  <a:lumOff val="60000"/>
                </a:schemeClr>
              </a:solidFill>
              <a:cs typeface="Arial"/>
            </a:endParaRPr>
          </a:p>
          <a:p>
            <a:pPr algn="ctr">
              <a:spcBef>
                <a:spcPts val="600"/>
              </a:spcBef>
            </a:pPr>
            <a:endParaRPr lang="en-US" dirty="0">
              <a:solidFill>
                <a:schemeClr val="bg1"/>
              </a:solidFill>
            </a:endParaRPr>
          </a:p>
          <a:p>
            <a:pPr algn="ctr">
              <a:spcBef>
                <a:spcPts val="600"/>
              </a:spcBef>
            </a:pPr>
            <a:r>
              <a:rPr lang="en-US" b="1" dirty="0">
                <a:solidFill>
                  <a:schemeClr val="bg1"/>
                </a:solidFill>
              </a:rPr>
              <a:t>Expanded product offering</a:t>
            </a:r>
            <a:endParaRPr lang="en-US" b="1" dirty="0">
              <a:solidFill>
                <a:schemeClr val="bg1"/>
              </a:solidFill>
              <a:cs typeface="Arial"/>
            </a:endParaRPr>
          </a:p>
          <a:p>
            <a:pPr algn="ctr"/>
            <a:r>
              <a:rPr lang="en-US" sz="1400" dirty="0">
                <a:solidFill>
                  <a:schemeClr val="tx2">
                    <a:lumMod val="40000"/>
                    <a:lumOff val="60000"/>
                  </a:schemeClr>
                </a:solidFill>
              </a:rPr>
              <a:t>FI Admin | GCC | Campaign Admin | Medical Science Liaison</a:t>
            </a:r>
          </a:p>
          <a:p>
            <a:pPr algn="ctr"/>
            <a:r>
              <a:rPr lang="en-US" sz="1400" dirty="0">
                <a:solidFill>
                  <a:schemeClr val="tx2">
                    <a:lumMod val="40000"/>
                    <a:lumOff val="60000"/>
                  </a:schemeClr>
                </a:solidFill>
              </a:rPr>
              <a:t>4 new personas addressed</a:t>
            </a:r>
          </a:p>
          <a:p>
            <a:pPr algn="ctr">
              <a:spcBef>
                <a:spcPts val="600"/>
              </a:spcBef>
            </a:pPr>
            <a:endParaRPr lang="en-US" dirty="0">
              <a:solidFill>
                <a:schemeClr val="bg1"/>
              </a:solidFill>
              <a:cs typeface="Arial"/>
            </a:endParaRPr>
          </a:p>
          <a:p>
            <a:pPr algn="ctr">
              <a:spcBef>
                <a:spcPts val="600"/>
              </a:spcBef>
            </a:pPr>
            <a:r>
              <a:rPr lang="en-US" b="1" dirty="0">
                <a:solidFill>
                  <a:schemeClr val="bg1"/>
                </a:solidFill>
                <a:cs typeface="Arial"/>
              </a:rPr>
              <a:t>Growth from within</a:t>
            </a:r>
          </a:p>
          <a:p>
            <a:pPr algn="ctr"/>
            <a:r>
              <a:rPr lang="en-US" sz="1400" dirty="0">
                <a:solidFill>
                  <a:schemeClr val="tx2">
                    <a:lumMod val="40000"/>
                    <a:lumOff val="60000"/>
                  </a:schemeClr>
                </a:solidFill>
                <a:cs typeface="Arial"/>
              </a:rPr>
              <a:t>Agency model | Upskilling team-members</a:t>
            </a:r>
          </a:p>
          <a:p>
            <a:pPr algn="ctr"/>
            <a:r>
              <a:rPr lang="en-US" sz="1400" dirty="0">
                <a:solidFill>
                  <a:schemeClr val="tx2">
                    <a:lumMod val="40000"/>
                    <a:lumOff val="60000"/>
                  </a:schemeClr>
                </a:solidFill>
                <a:cs typeface="Arial"/>
              </a:rPr>
              <a:t>Has led to improved deliver: speed, quality, and collaborations</a:t>
            </a:r>
          </a:p>
        </p:txBody>
      </p:sp>
    </p:spTree>
    <p:extLst>
      <p:ext uri="{BB962C8B-B14F-4D97-AF65-F5344CB8AC3E}">
        <p14:creationId xmlns:p14="http://schemas.microsoft.com/office/powerpoint/2010/main" val="2956639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58F06FA-5989-B4C0-59A5-01C1C9D544F6}"/>
              </a:ext>
            </a:extLst>
          </p:cNvPr>
          <p:cNvGrpSpPr/>
          <p:nvPr/>
        </p:nvGrpSpPr>
        <p:grpSpPr>
          <a:xfrm>
            <a:off x="352722" y="791481"/>
            <a:ext cx="2920643" cy="0"/>
            <a:chOff x="352722" y="800625"/>
            <a:chExt cx="2920643" cy="0"/>
          </a:xfrm>
        </p:grpSpPr>
        <p:cxnSp>
          <p:nvCxnSpPr>
            <p:cNvPr id="16" name="Straight Connector 15">
              <a:extLst>
                <a:ext uri="{FF2B5EF4-FFF2-40B4-BE49-F238E27FC236}">
                  <a16:creationId xmlns:a16="http://schemas.microsoft.com/office/drawing/2014/main" id="{D343F82E-5974-F476-3756-AE4A83FF4833}"/>
                </a:ext>
              </a:extLst>
            </p:cNvPr>
            <p:cNvCxnSpPr>
              <a:cxnSpLocks/>
            </p:cNvCxnSpPr>
            <p:nvPr/>
          </p:nvCxnSpPr>
          <p:spPr>
            <a:xfrm>
              <a:off x="352722" y="800625"/>
              <a:ext cx="327811" cy="0"/>
            </a:xfrm>
            <a:prstGeom prst="line">
              <a:avLst/>
            </a:prstGeom>
            <a:ln w="50800" cap="rnd"/>
          </p:spPr>
          <p:style>
            <a:lnRef idx="2">
              <a:schemeClr val="accent2"/>
            </a:lnRef>
            <a:fillRef idx="0">
              <a:schemeClr val="accent2"/>
            </a:fillRef>
            <a:effectRef idx="1">
              <a:schemeClr val="accent2"/>
            </a:effectRef>
            <a:fontRef idx="minor">
              <a:schemeClr val="tx1"/>
            </a:fontRef>
          </p:style>
        </p:cxnSp>
        <p:cxnSp>
          <p:nvCxnSpPr>
            <p:cNvPr id="17" name="Straight Connector 16">
              <a:extLst>
                <a:ext uri="{FF2B5EF4-FFF2-40B4-BE49-F238E27FC236}">
                  <a16:creationId xmlns:a16="http://schemas.microsoft.com/office/drawing/2014/main" id="{A8FEAC33-3FC2-62ED-303A-BAD9CAA1FF09}"/>
                </a:ext>
              </a:extLst>
            </p:cNvPr>
            <p:cNvCxnSpPr>
              <a:cxnSpLocks/>
            </p:cNvCxnSpPr>
            <p:nvPr/>
          </p:nvCxnSpPr>
          <p:spPr>
            <a:xfrm>
              <a:off x="1711128" y="800625"/>
              <a:ext cx="240631" cy="0"/>
            </a:xfrm>
            <a:prstGeom prst="line">
              <a:avLst/>
            </a:prstGeom>
            <a:ln w="50800" cap="rnd"/>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055C4D4C-8DE6-01B9-B5AF-845DD7ACF7AD}"/>
                </a:ext>
              </a:extLst>
            </p:cNvPr>
            <p:cNvCxnSpPr>
              <a:cxnSpLocks/>
            </p:cNvCxnSpPr>
            <p:nvPr/>
          </p:nvCxnSpPr>
          <p:spPr>
            <a:xfrm>
              <a:off x="3049921" y="800625"/>
              <a:ext cx="223444" cy="0"/>
            </a:xfrm>
            <a:prstGeom prst="line">
              <a:avLst/>
            </a:prstGeom>
            <a:ln w="50800" cap="rnd"/>
          </p:spPr>
          <p:style>
            <a:lnRef idx="2">
              <a:schemeClr val="accent2"/>
            </a:lnRef>
            <a:fillRef idx="0">
              <a:schemeClr val="accent2"/>
            </a:fillRef>
            <a:effectRef idx="1">
              <a:schemeClr val="accent2"/>
            </a:effectRef>
            <a:fontRef idx="minor">
              <a:schemeClr val="tx1"/>
            </a:fontRef>
          </p:style>
        </p:cxnSp>
      </p:grpSp>
      <p:sp>
        <p:nvSpPr>
          <p:cNvPr id="9" name="Title 8">
            <a:extLst>
              <a:ext uri="{FF2B5EF4-FFF2-40B4-BE49-F238E27FC236}">
                <a16:creationId xmlns:a16="http://schemas.microsoft.com/office/drawing/2014/main" id="{ADAA17F2-4AAE-9495-2CA3-3DC2A1CC20EF}"/>
              </a:ext>
            </a:extLst>
          </p:cNvPr>
          <p:cNvSpPr>
            <a:spLocks noGrp="1"/>
          </p:cNvSpPr>
          <p:nvPr>
            <p:ph type="title"/>
          </p:nvPr>
        </p:nvSpPr>
        <p:spPr>
          <a:xfrm>
            <a:off x="347418" y="407768"/>
            <a:ext cx="3994540" cy="936885"/>
          </a:xfrm>
        </p:spPr>
        <p:txBody>
          <a:bodyPr anchor="ctr">
            <a:normAutofit/>
          </a:bodyPr>
          <a:lstStyle/>
          <a:p>
            <a:r>
              <a:rPr lang="en-US" sz="3000" dirty="0"/>
              <a:t>Medical Science Liaison product offering - MCE</a:t>
            </a:r>
          </a:p>
        </p:txBody>
      </p:sp>
      <p:pic>
        <p:nvPicPr>
          <p:cNvPr id="26" name="Picture Placeholder 25">
            <a:extLst>
              <a:ext uri="{FF2B5EF4-FFF2-40B4-BE49-F238E27FC236}">
                <a16:creationId xmlns:a16="http://schemas.microsoft.com/office/drawing/2014/main" id="{1142582B-165C-0A0B-8214-256DC29C0D56}"/>
              </a:ext>
            </a:extLst>
          </p:cNvPr>
          <p:cNvPicPr>
            <a:picLocks noGrp="1" noChangeAspect="1"/>
          </p:cNvPicPr>
          <p:nvPr>
            <p:ph type="pic" idx="1"/>
          </p:nvPr>
        </p:nvPicPr>
        <p:blipFill>
          <a:blip r:embed="rId3"/>
          <a:srcRect l="273" r="371"/>
          <a:stretch>
            <a:fillRect/>
          </a:stretch>
        </p:blipFill>
        <p:spPr>
          <a:xfrm>
            <a:off x="4893950" y="750757"/>
            <a:ext cx="7160146" cy="4993857"/>
          </a:xfrm>
          <a:effectLst>
            <a:innerShdw blurRad="114300">
              <a:prstClr val="black"/>
            </a:innerShdw>
          </a:effectLst>
        </p:spPr>
      </p:pic>
      <p:sp>
        <p:nvSpPr>
          <p:cNvPr id="11" name="Text Placeholder 10">
            <a:extLst>
              <a:ext uri="{FF2B5EF4-FFF2-40B4-BE49-F238E27FC236}">
                <a16:creationId xmlns:a16="http://schemas.microsoft.com/office/drawing/2014/main" id="{5A4B2B56-E4E0-D79A-4919-FD98DC817862}"/>
              </a:ext>
            </a:extLst>
          </p:cNvPr>
          <p:cNvSpPr>
            <a:spLocks noGrp="1"/>
          </p:cNvSpPr>
          <p:nvPr>
            <p:ph type="body" sz="half" idx="2"/>
          </p:nvPr>
        </p:nvSpPr>
        <p:spPr>
          <a:xfrm>
            <a:off x="347417" y="1563624"/>
            <a:ext cx="3994541" cy="5114453"/>
          </a:xfrm>
        </p:spPr>
        <p:txBody>
          <a:bodyPr vert="horz" lIns="0" tIns="0" rIns="0" bIns="0" rtlCol="0" anchor="t">
            <a:normAutofit/>
          </a:bodyPr>
          <a:lstStyle/>
          <a:p>
            <a:pPr marL="285750" indent="-285750">
              <a:buFont typeface="Arial" panose="020B0604020202020204" pitchFamily="34" charset="0"/>
              <a:buChar char="•"/>
            </a:pPr>
            <a:r>
              <a:rPr lang="en-US" dirty="0"/>
              <a:t>Working group consists of SMEs, Sponsors, PM, and </a:t>
            </a:r>
            <a:r>
              <a:rPr lang="en-US" u="sng" dirty="0"/>
              <a:t>Design</a:t>
            </a:r>
            <a:endParaRPr lang="en-US" u="sng" dirty="0">
              <a:cs typeface="Arial"/>
            </a:endParaRPr>
          </a:p>
          <a:p>
            <a:pPr marL="285750" indent="-285750">
              <a:buFont typeface="Arial" panose="020B0604020202020204" pitchFamily="34" charset="0"/>
              <a:buChar char="•"/>
            </a:pPr>
            <a:r>
              <a:rPr lang="en-US" dirty="0"/>
              <a:t>New business offering, grounded in </a:t>
            </a:r>
            <a:r>
              <a:rPr lang="en-US" u="sng" dirty="0"/>
              <a:t>persona storytelling</a:t>
            </a:r>
            <a:r>
              <a:rPr lang="en-US" dirty="0"/>
              <a:t>, rather than starting with what was technically feasible</a:t>
            </a:r>
            <a:endParaRPr lang="en-US" dirty="0">
              <a:cs typeface="Arial"/>
            </a:endParaRPr>
          </a:p>
          <a:p>
            <a:pPr marL="285750" indent="-285750">
              <a:buFont typeface="Arial" panose="020B0604020202020204" pitchFamily="34" charset="0"/>
              <a:buChar char="•"/>
            </a:pPr>
            <a:r>
              <a:rPr lang="en-US" dirty="0"/>
              <a:t>Alignment on the </a:t>
            </a:r>
            <a:r>
              <a:rPr lang="en-US" u="sng" dirty="0"/>
              <a:t>Why</a:t>
            </a:r>
            <a:r>
              <a:rPr lang="en-US" dirty="0"/>
              <a:t> before the How</a:t>
            </a:r>
            <a:endParaRPr lang="en-US" dirty="0">
              <a:cs typeface="Arial"/>
            </a:endParaRPr>
          </a:p>
          <a:p>
            <a:pPr marL="285750" indent="-285750">
              <a:buFont typeface="Arial" panose="020B0604020202020204" pitchFamily="34" charset="0"/>
              <a:buChar char="•"/>
            </a:pPr>
            <a:r>
              <a:rPr lang="en-US" u="sng" dirty="0"/>
              <a:t>Prototype</a:t>
            </a:r>
            <a:r>
              <a:rPr lang="en-US" dirty="0"/>
              <a:t> used to gain feedback from external advisors</a:t>
            </a:r>
            <a:endParaRPr lang="en-US" dirty="0">
              <a:cs typeface="Arial"/>
            </a:endParaRPr>
          </a:p>
          <a:p>
            <a:pPr marL="285750" indent="-285750">
              <a:buFont typeface="Arial" panose="020B0604020202020204" pitchFamily="34" charset="0"/>
              <a:buChar char="•"/>
            </a:pPr>
            <a:r>
              <a:rPr lang="en-US" dirty="0"/>
              <a:t>MSL product focused on </a:t>
            </a:r>
            <a:r>
              <a:rPr lang="en-US" u="sng" dirty="0"/>
              <a:t>actionable intelligence</a:t>
            </a:r>
            <a:r>
              <a:rPr lang="en-US" dirty="0"/>
              <a:t> scheduled to launch in Feb.</a:t>
            </a:r>
            <a:endParaRPr lang="en-US" dirty="0">
              <a:cs typeface="Arial"/>
            </a:endParaRPr>
          </a:p>
          <a:p>
            <a:br>
              <a:rPr lang="en-US" dirty="0"/>
            </a:br>
            <a:r>
              <a:rPr lang="en-US" sz="1800" b="1" dirty="0"/>
              <a:t>Design as an integral part of the strategy created a better business definition for what would be committed to in both the short &amp; long-term visions</a:t>
            </a:r>
          </a:p>
        </p:txBody>
      </p:sp>
      <p:sp>
        <p:nvSpPr>
          <p:cNvPr id="2" name="TextBox 1">
            <a:extLst>
              <a:ext uri="{FF2B5EF4-FFF2-40B4-BE49-F238E27FC236}">
                <a16:creationId xmlns:a16="http://schemas.microsoft.com/office/drawing/2014/main" id="{FEA77F65-AB3A-2B75-0EB0-FDA6D7E39855}"/>
              </a:ext>
            </a:extLst>
          </p:cNvPr>
          <p:cNvSpPr txBox="1"/>
          <p:nvPr/>
        </p:nvSpPr>
        <p:spPr>
          <a:xfrm>
            <a:off x="4893949" y="5827515"/>
            <a:ext cx="7160146" cy="584775"/>
          </a:xfrm>
          <a:prstGeom prst="rect">
            <a:avLst/>
          </a:prstGeom>
          <a:noFill/>
        </p:spPr>
        <p:txBody>
          <a:bodyPr wrap="square" rtlCol="0">
            <a:spAutoFit/>
          </a:bodyPr>
          <a:lstStyle/>
          <a:p>
            <a:pPr algn="ctr"/>
            <a:r>
              <a:rPr lang="en-US" sz="1600" i="1" dirty="0">
                <a:solidFill>
                  <a:schemeClr val="tx2"/>
                </a:solidFill>
              </a:rPr>
              <a:t>"It's a one stop shop, and if you can integrate all this stuff, this would be a real advancement in decreasing the MSLs administrative burden.”</a:t>
            </a:r>
          </a:p>
        </p:txBody>
      </p:sp>
      <p:sp>
        <p:nvSpPr>
          <p:cNvPr id="3" name="TextBox 2">
            <a:extLst>
              <a:ext uri="{FF2B5EF4-FFF2-40B4-BE49-F238E27FC236}">
                <a16:creationId xmlns:a16="http://schemas.microsoft.com/office/drawing/2014/main" id="{9F432E56-DB6F-C6FA-216E-E35A1051CCF0}"/>
              </a:ext>
            </a:extLst>
          </p:cNvPr>
          <p:cNvSpPr txBox="1"/>
          <p:nvPr/>
        </p:nvSpPr>
        <p:spPr>
          <a:xfrm>
            <a:off x="4882226" y="331927"/>
            <a:ext cx="7160146" cy="338554"/>
          </a:xfrm>
          <a:prstGeom prst="rect">
            <a:avLst/>
          </a:prstGeom>
          <a:noFill/>
        </p:spPr>
        <p:txBody>
          <a:bodyPr wrap="square" rtlCol="0">
            <a:spAutoFit/>
          </a:bodyPr>
          <a:lstStyle/>
          <a:p>
            <a:pPr algn="ctr"/>
            <a:r>
              <a:rPr lang="en-US" sz="1600" i="1" dirty="0">
                <a:solidFill>
                  <a:schemeClr val="tx2"/>
                </a:solidFill>
              </a:rPr>
              <a:t>"I think it has value. That's full stop. It definitely does.”</a:t>
            </a:r>
            <a:endParaRPr lang="en-US" sz="1600" i="1" dirty="0">
              <a:solidFill>
                <a:schemeClr val="tx2"/>
              </a:solidFill>
              <a:effectLst/>
            </a:endParaRPr>
          </a:p>
        </p:txBody>
      </p:sp>
    </p:spTree>
    <p:extLst>
      <p:ext uri="{BB962C8B-B14F-4D97-AF65-F5344CB8AC3E}">
        <p14:creationId xmlns:p14="http://schemas.microsoft.com/office/powerpoint/2010/main" val="809469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EB3207-16E6-4545-0D98-D14EB1EAE59B}"/>
              </a:ext>
            </a:extLst>
          </p:cNvPr>
          <p:cNvSpPr>
            <a:spLocks noGrp="1"/>
          </p:cNvSpPr>
          <p:nvPr>
            <p:ph type="title"/>
          </p:nvPr>
        </p:nvSpPr>
        <p:spPr>
          <a:xfrm>
            <a:off x="548640" y="429768"/>
            <a:ext cx="7033260" cy="492443"/>
          </a:xfrm>
        </p:spPr>
        <p:txBody>
          <a:bodyPr/>
          <a:lstStyle/>
          <a:p>
            <a:r>
              <a:rPr lang="en-US" dirty="0">
                <a:solidFill>
                  <a:schemeClr val="tx1"/>
                </a:solidFill>
              </a:rPr>
              <a:t>CE Experience Challenges</a:t>
            </a:r>
            <a:endParaRPr lang="en-US" dirty="0"/>
          </a:p>
        </p:txBody>
      </p:sp>
      <p:sp>
        <p:nvSpPr>
          <p:cNvPr id="5" name="Text Placeholder 4">
            <a:extLst>
              <a:ext uri="{FF2B5EF4-FFF2-40B4-BE49-F238E27FC236}">
                <a16:creationId xmlns:a16="http://schemas.microsoft.com/office/drawing/2014/main" id="{EEFE2A42-D609-9D8C-228E-CFC6261D438B}"/>
              </a:ext>
            </a:extLst>
          </p:cNvPr>
          <p:cNvSpPr>
            <a:spLocks noGrp="1"/>
          </p:cNvSpPr>
          <p:nvPr>
            <p:ph type="body" sz="quarter" idx="10"/>
          </p:nvPr>
        </p:nvSpPr>
        <p:spPr>
          <a:xfrm>
            <a:off x="8881450" y="2227152"/>
            <a:ext cx="2580237" cy="4181143"/>
          </a:xfrm>
        </p:spPr>
        <p:txBody>
          <a:bodyPr anchor="t"/>
          <a:lstStyle/>
          <a:p>
            <a:pPr>
              <a:spcBef>
                <a:spcPts val="0"/>
              </a:spcBef>
            </a:pPr>
            <a:r>
              <a:rPr lang="en-US" dirty="0">
                <a:solidFill>
                  <a:schemeClr val="bg2"/>
                </a:solidFill>
                <a:latin typeface="Times New Roman"/>
                <a:cs typeface="Times New Roman"/>
              </a:rPr>
              <a:t>Decrease cost</a:t>
            </a:r>
          </a:p>
          <a:p>
            <a:pPr>
              <a:spcBef>
                <a:spcPts val="0"/>
              </a:spcBef>
            </a:pPr>
            <a:r>
              <a:rPr lang="en-US" sz="1200" b="0" dirty="0">
                <a:cs typeface="Times New Roman"/>
              </a:rPr>
              <a:t>Through a reduction of product debt, stable delivery forecasting, and strong position within client relationships</a:t>
            </a:r>
            <a:endParaRPr lang="en-US" sz="1200" dirty="0">
              <a:cs typeface="Times New Roman"/>
            </a:endParaRPr>
          </a:p>
          <a:p>
            <a:pPr>
              <a:spcBef>
                <a:spcPts val="0"/>
              </a:spcBef>
            </a:pPr>
            <a:br>
              <a:rPr lang="en-US" dirty="0">
                <a:latin typeface="Times New Roman"/>
                <a:cs typeface="Times New Roman"/>
              </a:rPr>
            </a:br>
            <a:r>
              <a:rPr lang="en-US" dirty="0">
                <a:solidFill>
                  <a:schemeClr val="bg2"/>
                </a:solidFill>
                <a:latin typeface="Times New Roman"/>
                <a:cs typeface="Times New Roman"/>
              </a:rPr>
              <a:t>Increase simplicity</a:t>
            </a:r>
            <a:br>
              <a:rPr lang="en-US" dirty="0">
                <a:solidFill>
                  <a:srgbClr val="FFFFFF"/>
                </a:solidFill>
                <a:latin typeface="Times New Roman"/>
                <a:cs typeface="Arial"/>
              </a:rPr>
            </a:br>
            <a:r>
              <a:rPr lang="en-US" sz="1200" b="0" dirty="0">
                <a:cs typeface="Times New Roman"/>
              </a:rPr>
              <a:t>By means of natural product migration as it matures, more impactful technology enhancements, while reducing maintenance support</a:t>
            </a:r>
          </a:p>
          <a:p>
            <a:pPr>
              <a:spcBef>
                <a:spcPts val="0"/>
              </a:spcBef>
            </a:pPr>
            <a:br>
              <a:rPr lang="en-US" b="0" dirty="0">
                <a:latin typeface="Times New Roman"/>
                <a:cs typeface="Arial"/>
              </a:rPr>
            </a:br>
            <a:r>
              <a:rPr lang="en-US" dirty="0">
                <a:solidFill>
                  <a:schemeClr val="bg2"/>
                </a:solidFill>
                <a:latin typeface="Times New Roman"/>
                <a:cs typeface="Arial"/>
              </a:rPr>
              <a:t>Improved selling</a:t>
            </a:r>
          </a:p>
          <a:p>
            <a:pPr>
              <a:spcBef>
                <a:spcPts val="0"/>
              </a:spcBef>
            </a:pPr>
            <a:r>
              <a:rPr lang="en-US" sz="1200" b="0" dirty="0">
                <a:cs typeface="Times New Roman"/>
              </a:rPr>
              <a:t>As a result of more impactful demos and product marketing content, market shifts, and agentic workflow storytelling </a:t>
            </a:r>
            <a:endParaRPr lang="en-US" sz="1200" dirty="0">
              <a:cs typeface="Times New Roman"/>
            </a:endParaRPr>
          </a:p>
        </p:txBody>
      </p:sp>
      <p:sp>
        <p:nvSpPr>
          <p:cNvPr id="6" name="Content Placeholder 5">
            <a:extLst>
              <a:ext uri="{FF2B5EF4-FFF2-40B4-BE49-F238E27FC236}">
                <a16:creationId xmlns:a16="http://schemas.microsoft.com/office/drawing/2014/main" id="{F7E8A1FF-9FE9-9D17-626F-70F5312DB972}"/>
              </a:ext>
            </a:extLst>
          </p:cNvPr>
          <p:cNvSpPr>
            <a:spLocks noGrp="1"/>
          </p:cNvSpPr>
          <p:nvPr>
            <p:ph sz="quarter" idx="11"/>
          </p:nvPr>
        </p:nvSpPr>
        <p:spPr>
          <a:xfrm>
            <a:off x="548638" y="1194179"/>
            <a:ext cx="7146807" cy="5115181"/>
          </a:xfrm>
        </p:spPr>
        <p:txBody>
          <a:bodyPr vert="horz" lIns="0" tIns="0" rIns="0" bIns="0" rtlCol="0" anchor="t">
            <a:noAutofit/>
          </a:bodyPr>
          <a:lstStyle/>
          <a:p>
            <a:r>
              <a:rPr lang="en-US" b="1" dirty="0"/>
              <a:t>Limits of flexibility</a:t>
            </a:r>
            <a:br>
              <a:rPr lang="en-US" noProof="1">
                <a:latin typeface="Arial"/>
                <a:ea typeface="Calibri"/>
                <a:cs typeface="Arial"/>
              </a:rPr>
            </a:br>
            <a:r>
              <a:rPr lang="en-US" sz="1600" dirty="0"/>
              <a:t>Although advanced design work contributes meaningful value, it is sometimes subject to adjustments due to technical constraints or shifting priorities. A certain degree of change is expected and can be accommodated through agile practices; however, when changes become frequent or extensive, they may introduce added complexity. This can lead to ongoing efforts to maintain alignment between products and demos and may pose challenges in sustaining user confidence.</a:t>
            </a:r>
            <a:endParaRPr lang="en-US" sz="1600" noProof="1">
              <a:solidFill>
                <a:srgbClr val="212121"/>
              </a:solidFill>
              <a:latin typeface="Arial"/>
              <a:cs typeface="Arial"/>
            </a:endParaRPr>
          </a:p>
          <a:p>
            <a:pPr>
              <a:spcBef>
                <a:spcPts val="2100"/>
              </a:spcBef>
            </a:pPr>
            <a:r>
              <a:rPr lang="en-US" b="1" noProof="1">
                <a:solidFill>
                  <a:srgbClr val="212121"/>
                </a:solidFill>
                <a:latin typeface="Arial"/>
                <a:ea typeface="Calibri"/>
                <a:cs typeface="Arial"/>
              </a:rPr>
              <a:t>Legacy infrastructure to agentic workflows</a:t>
            </a:r>
            <a:br>
              <a:rPr lang="en-US" noProof="1">
                <a:latin typeface="Arial"/>
                <a:ea typeface="Calibri"/>
                <a:cs typeface="Arial"/>
              </a:rPr>
            </a:br>
            <a:r>
              <a:rPr lang="en-US" sz="1600" dirty="0"/>
              <a:t>Continued support for earlier versions of the product remains an area of ongoing attention across both technical and experience domains. This complexity is expected to increase as newer agentic workflows are introduced. </a:t>
            </a:r>
          </a:p>
          <a:p>
            <a:pPr>
              <a:spcBef>
                <a:spcPts val="2100"/>
              </a:spcBef>
            </a:pPr>
            <a:r>
              <a:rPr lang="en-US" b="1" noProof="1">
                <a:solidFill>
                  <a:srgbClr val="212121"/>
                </a:solidFill>
                <a:latin typeface="Arial"/>
                <a:ea typeface="Calibri"/>
                <a:cs typeface="Arial"/>
              </a:rPr>
              <a:t>Proxy v. End User</a:t>
            </a:r>
            <a:br>
              <a:rPr lang="en-US" noProof="1">
                <a:latin typeface="Arial"/>
                <a:ea typeface="Calibri"/>
                <a:cs typeface="Arial"/>
              </a:rPr>
            </a:br>
            <a:r>
              <a:rPr lang="en-US" sz="1600" dirty="0"/>
              <a:t>A strong reliance on proxies for workflow and usability feedback has sometimes constrained the evolution of features beyond their initial launch. Over time, assumptions -whether informed or not - about user goals and outcomes tend to give way to a greater emphasis on product engagement features. </a:t>
            </a:r>
            <a:endParaRPr lang="en-US" sz="1600" noProof="1">
              <a:solidFill>
                <a:srgbClr val="212121"/>
              </a:solidFill>
              <a:cs typeface="Arial"/>
            </a:endParaRPr>
          </a:p>
        </p:txBody>
      </p:sp>
      <p:grpSp>
        <p:nvGrpSpPr>
          <p:cNvPr id="13" name="Group 12">
            <a:extLst>
              <a:ext uri="{FF2B5EF4-FFF2-40B4-BE49-F238E27FC236}">
                <a16:creationId xmlns:a16="http://schemas.microsoft.com/office/drawing/2014/main" id="{FE2CFB6B-03B3-F1EF-C117-17ACA8511B99}"/>
              </a:ext>
            </a:extLst>
          </p:cNvPr>
          <p:cNvGrpSpPr/>
          <p:nvPr/>
        </p:nvGrpSpPr>
        <p:grpSpPr bwMode="gray">
          <a:xfrm>
            <a:off x="7981604" y="3275545"/>
            <a:ext cx="306910" cy="306910"/>
            <a:chOff x="6313199" y="4229315"/>
            <a:chExt cx="306910" cy="306910"/>
          </a:xfrm>
        </p:grpSpPr>
        <p:sp>
          <p:nvSpPr>
            <p:cNvPr id="14" name="Oval 50">
              <a:extLst>
                <a:ext uri="{FF2B5EF4-FFF2-40B4-BE49-F238E27FC236}">
                  <a16:creationId xmlns:a16="http://schemas.microsoft.com/office/drawing/2014/main" id="{7D9674AA-3C9B-DCC4-36EA-5B73007F0887}"/>
                </a:ext>
              </a:extLst>
            </p:cNvPr>
            <p:cNvSpPr>
              <a:spLocks noChangeArrowheads="1"/>
            </p:cNvSpPr>
            <p:nvPr/>
          </p:nvSpPr>
          <p:spPr bwMode="gray">
            <a:xfrm>
              <a:off x="6313199" y="4229315"/>
              <a:ext cx="306910" cy="30691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7CB481E6-C3DA-B676-99F2-45836E87021C}"/>
                </a:ext>
              </a:extLst>
            </p:cNvPr>
            <p:cNvGrpSpPr/>
            <p:nvPr/>
          </p:nvGrpSpPr>
          <p:grpSpPr bwMode="gray">
            <a:xfrm>
              <a:off x="6399804" y="4314508"/>
              <a:ext cx="140052" cy="136525"/>
              <a:chOff x="6405478" y="4314507"/>
              <a:chExt cx="140052" cy="136525"/>
            </a:xfrm>
          </p:grpSpPr>
          <p:sp>
            <p:nvSpPr>
              <p:cNvPr id="16" name="Arrow: Chevron 51">
                <a:extLst>
                  <a:ext uri="{FF2B5EF4-FFF2-40B4-BE49-F238E27FC236}">
                    <a16:creationId xmlns:a16="http://schemas.microsoft.com/office/drawing/2014/main" id="{D09A7F86-A80C-D1E3-6575-401FBE43853A}"/>
                  </a:ext>
                </a:extLst>
              </p:cNvPr>
              <p:cNvSpPr/>
              <p:nvPr/>
            </p:nvSpPr>
            <p:spPr bwMode="gray">
              <a:xfrm>
                <a:off x="6405478" y="4314507"/>
                <a:ext cx="74784" cy="136525"/>
              </a:xfrm>
              <a:prstGeom prst="chevron">
                <a:avLst>
                  <a:gd name="adj" fmla="val 7105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solidFill>
                    <a:schemeClr val="tx1"/>
                  </a:solidFill>
                  <a:latin typeface="Arial" panose="020B0604020202020204" pitchFamily="34" charset="0"/>
                  <a:cs typeface="Arial" panose="020B0604020202020204" pitchFamily="34" charset="0"/>
                </a:endParaRPr>
              </a:p>
            </p:txBody>
          </p:sp>
          <p:sp>
            <p:nvSpPr>
              <p:cNvPr id="17" name="Arrow: Chevron 52">
                <a:extLst>
                  <a:ext uri="{FF2B5EF4-FFF2-40B4-BE49-F238E27FC236}">
                    <a16:creationId xmlns:a16="http://schemas.microsoft.com/office/drawing/2014/main" id="{FEA64A73-3BAE-73CB-F2E0-BA7EBE0EDFFF}"/>
                  </a:ext>
                </a:extLst>
              </p:cNvPr>
              <p:cNvSpPr/>
              <p:nvPr/>
            </p:nvSpPr>
            <p:spPr bwMode="gray">
              <a:xfrm>
                <a:off x="6470746" y="4314507"/>
                <a:ext cx="74784" cy="136525"/>
              </a:xfrm>
              <a:prstGeom prst="chevron">
                <a:avLst>
                  <a:gd name="adj" fmla="val 7105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solidFill>
                    <a:schemeClr val="tx1"/>
                  </a:solidFill>
                  <a:latin typeface="Arial" panose="020B0604020202020204" pitchFamily="34" charset="0"/>
                  <a:cs typeface="Arial" panose="020B0604020202020204" pitchFamily="34" charset="0"/>
                </a:endParaRPr>
              </a:p>
            </p:txBody>
          </p:sp>
        </p:grpSp>
      </p:grpSp>
      <p:sp>
        <p:nvSpPr>
          <p:cNvPr id="19" name="TextBox 18">
            <a:extLst>
              <a:ext uri="{FF2B5EF4-FFF2-40B4-BE49-F238E27FC236}">
                <a16:creationId xmlns:a16="http://schemas.microsoft.com/office/drawing/2014/main" id="{F929C723-7B25-43EA-C997-73ED22042E14}"/>
              </a:ext>
            </a:extLst>
          </p:cNvPr>
          <p:cNvSpPr txBox="1"/>
          <p:nvPr/>
        </p:nvSpPr>
        <p:spPr>
          <a:xfrm>
            <a:off x="10222173" y="6639636"/>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err="1">
              <a:solidFill>
                <a:schemeClr val="accent1"/>
              </a:solidFill>
            </a:endParaRPr>
          </a:p>
        </p:txBody>
      </p:sp>
      <p:sp>
        <p:nvSpPr>
          <p:cNvPr id="2" name="Title 3">
            <a:extLst>
              <a:ext uri="{FF2B5EF4-FFF2-40B4-BE49-F238E27FC236}">
                <a16:creationId xmlns:a16="http://schemas.microsoft.com/office/drawing/2014/main" id="{31545B01-8B6A-1C68-59DE-E92375200706}"/>
              </a:ext>
            </a:extLst>
          </p:cNvPr>
          <p:cNvSpPr txBox="1">
            <a:spLocks/>
          </p:cNvSpPr>
          <p:nvPr/>
        </p:nvSpPr>
        <p:spPr bwMode="auto">
          <a:xfrm>
            <a:off x="8133477" y="1638578"/>
            <a:ext cx="4058522" cy="276999"/>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200" b="1" kern="1200">
                <a:solidFill>
                  <a:schemeClr val="accent1"/>
                </a:solidFill>
                <a:latin typeface="Times New Roman" panose="02020603050405020304" pitchFamily="18" charset="0"/>
                <a:ea typeface="+mj-ea"/>
                <a:cs typeface="Times New Roman" panose="02020603050405020304" pitchFamily="18" charset="0"/>
              </a:defRPr>
            </a:lvl1pPr>
          </a:lstStyle>
          <a:p>
            <a:pPr algn="ctr"/>
            <a:r>
              <a:rPr lang="en-US" sz="1800" dirty="0">
                <a:solidFill>
                  <a:schemeClr val="bg1"/>
                </a:solidFill>
                <a:latin typeface="+mn-lt"/>
              </a:rPr>
              <a:t>Addressing these could</a:t>
            </a:r>
          </a:p>
        </p:txBody>
      </p:sp>
    </p:spTree>
    <p:extLst>
      <p:ext uri="{BB962C8B-B14F-4D97-AF65-F5344CB8AC3E}">
        <p14:creationId xmlns:p14="http://schemas.microsoft.com/office/powerpoint/2010/main" val="1960999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C100F7-27C4-42DB-B10D-93E305D13FCD}"/>
              </a:ext>
            </a:extLst>
          </p:cNvPr>
          <p:cNvSpPr>
            <a:spLocks noGrp="1"/>
          </p:cNvSpPr>
          <p:nvPr>
            <p:ph type="title"/>
          </p:nvPr>
        </p:nvSpPr>
        <p:spPr bwMode="auto">
          <a:xfrm>
            <a:off x="548640" y="429766"/>
            <a:ext cx="2962021" cy="5971032"/>
          </a:xfrm>
        </p:spPr>
        <p:txBody>
          <a:bodyPr anchor="ctr">
            <a:normAutofit/>
          </a:bodyPr>
          <a:lstStyle/>
          <a:p>
            <a:r>
              <a:rPr lang="en-US"/>
              <a:t>Customer Engagement</a:t>
            </a:r>
          </a:p>
        </p:txBody>
      </p:sp>
      <p:sp>
        <p:nvSpPr>
          <p:cNvPr id="8" name="TextBox 7">
            <a:extLst>
              <a:ext uri="{FF2B5EF4-FFF2-40B4-BE49-F238E27FC236}">
                <a16:creationId xmlns:a16="http://schemas.microsoft.com/office/drawing/2014/main" id="{004D39BA-ECFB-BAF0-9D39-2D632BCD2263}"/>
              </a:ext>
            </a:extLst>
          </p:cNvPr>
          <p:cNvSpPr txBox="1"/>
          <p:nvPr/>
        </p:nvSpPr>
        <p:spPr>
          <a:xfrm>
            <a:off x="4504545" y="429766"/>
            <a:ext cx="7198776" cy="5971031"/>
          </a:xfrm>
          <a:prstGeom prst="rect">
            <a:avLst/>
          </a:prstGeom>
          <a:noFill/>
          <a:ln>
            <a:noFill/>
            <a:miter lim="800000"/>
          </a:ln>
        </p:spPr>
        <p:txBody>
          <a:bodyPr wrap="none" lIns="0" tIns="0" rIns="0" bIns="0" rtlCol="0" anchor="ctr">
            <a:noAutofit/>
          </a:bodyPr>
          <a:lstStyle/>
          <a:p>
            <a:pPr algn="ctr">
              <a:spcBef>
                <a:spcPts val="600"/>
              </a:spcBef>
            </a:pPr>
            <a:r>
              <a:rPr lang="en-US" dirty="0"/>
              <a:t>5,659 unique users monitored in FIA</a:t>
            </a:r>
          </a:p>
          <a:p>
            <a:pPr algn="ctr"/>
            <a:r>
              <a:rPr lang="en-US" sz="1400" dirty="0">
                <a:solidFill>
                  <a:schemeClr val="tx2"/>
                </a:solidFill>
              </a:rPr>
              <a:t>supported by over 100 qualitative interviews </a:t>
            </a:r>
            <a:endParaRPr lang="en-US" sz="1400" dirty="0">
              <a:solidFill>
                <a:schemeClr val="tx2"/>
              </a:solidFill>
              <a:cs typeface="Arial"/>
            </a:endParaRPr>
          </a:p>
          <a:p>
            <a:pPr algn="ctr">
              <a:spcBef>
                <a:spcPts val="600"/>
              </a:spcBef>
            </a:pPr>
            <a:endParaRPr lang="en-US" dirty="0"/>
          </a:p>
          <a:p>
            <a:pPr algn="ctr">
              <a:spcBef>
                <a:spcPts val="600"/>
              </a:spcBef>
            </a:pPr>
            <a:r>
              <a:rPr lang="en-US" dirty="0"/>
              <a:t>40 qualitative OC end user interviews</a:t>
            </a:r>
            <a:endParaRPr lang="en-US" dirty="0">
              <a:cs typeface="Arial"/>
            </a:endParaRPr>
          </a:p>
          <a:p>
            <a:pPr algn="ctr"/>
            <a:r>
              <a:rPr lang="en-US" sz="1400" dirty="0">
                <a:solidFill>
                  <a:schemeClr val="tx2"/>
                </a:solidFill>
              </a:rPr>
              <a:t>Representing eight clients over the past three years</a:t>
            </a:r>
            <a:endParaRPr lang="en-US" sz="1400" dirty="0">
              <a:solidFill>
                <a:schemeClr val="tx2"/>
              </a:solidFill>
              <a:cs typeface="Arial"/>
            </a:endParaRPr>
          </a:p>
          <a:p>
            <a:pPr algn="ctr">
              <a:spcBef>
                <a:spcPts val="600"/>
              </a:spcBef>
            </a:pPr>
            <a:endParaRPr lang="en-US" dirty="0"/>
          </a:p>
          <a:p>
            <a:pPr algn="ctr">
              <a:spcBef>
                <a:spcPts val="600"/>
              </a:spcBef>
            </a:pPr>
            <a:r>
              <a:rPr lang="en-US" dirty="0"/>
              <a:t>Onsite MSL research workshop held January 2025 </a:t>
            </a:r>
            <a:endParaRPr lang="en-US" dirty="0">
              <a:cs typeface="Arial"/>
            </a:endParaRPr>
          </a:p>
          <a:p>
            <a:pPr algn="ctr"/>
            <a:r>
              <a:rPr lang="en-US" sz="1400" dirty="0">
                <a:solidFill>
                  <a:schemeClr val="tx2"/>
                </a:solidFill>
              </a:rPr>
              <a:t>senior leaders representing Medical Affairs, Medical Practice,</a:t>
            </a:r>
            <a:endParaRPr lang="en-US" sz="1400" dirty="0">
              <a:solidFill>
                <a:schemeClr val="tx2"/>
              </a:solidFill>
              <a:cs typeface="Arial"/>
            </a:endParaRPr>
          </a:p>
          <a:p>
            <a:pPr algn="ctr"/>
            <a:r>
              <a:rPr lang="en-US" sz="1400" dirty="0">
                <a:solidFill>
                  <a:schemeClr val="tx2"/>
                </a:solidFill>
              </a:rPr>
              <a:t>Digital Customer Engagement, and the ZAIDYN Platform</a:t>
            </a:r>
          </a:p>
          <a:p>
            <a:pPr algn="ctr">
              <a:spcBef>
                <a:spcPts val="600"/>
              </a:spcBef>
            </a:pPr>
            <a:endParaRPr lang="en-US" dirty="0">
              <a:solidFill>
                <a:schemeClr val="tx2"/>
              </a:solidFill>
              <a:cs typeface="Arial"/>
            </a:endParaRPr>
          </a:p>
          <a:p>
            <a:pPr algn="ctr">
              <a:spcBef>
                <a:spcPts val="600"/>
              </a:spcBef>
            </a:pPr>
            <a:r>
              <a:rPr lang="en-US" dirty="0">
                <a:cs typeface="Arial"/>
              </a:rPr>
              <a:t>Internal research partnerships</a:t>
            </a:r>
          </a:p>
          <a:p>
            <a:pPr algn="ctr"/>
            <a:r>
              <a:rPr lang="en-US" sz="1400" dirty="0">
                <a:solidFill>
                  <a:schemeClr val="tx2"/>
                </a:solidFill>
                <a:cs typeface="Arial"/>
              </a:rPr>
              <a:t>ZAIDYN Product Marketing and Knowledge Services</a:t>
            </a:r>
          </a:p>
        </p:txBody>
      </p:sp>
    </p:spTree>
    <p:extLst>
      <p:ext uri="{BB962C8B-B14F-4D97-AF65-F5344CB8AC3E}">
        <p14:creationId xmlns:p14="http://schemas.microsoft.com/office/powerpoint/2010/main" val="3459984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259CA-10CC-8F1F-2B56-4160BD0CF1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FCDC1B-FAB8-6433-A2A9-42DAEF097D2E}"/>
              </a:ext>
            </a:extLst>
          </p:cNvPr>
          <p:cNvSpPr>
            <a:spLocks noGrp="1"/>
          </p:cNvSpPr>
          <p:nvPr>
            <p:ph type="title"/>
          </p:nvPr>
        </p:nvSpPr>
        <p:spPr>
          <a:xfrm>
            <a:off x="548640" y="429768"/>
            <a:ext cx="7033260" cy="492443"/>
          </a:xfrm>
        </p:spPr>
        <p:txBody>
          <a:bodyPr/>
          <a:lstStyle/>
          <a:p>
            <a:r>
              <a:rPr lang="en-US">
                <a:solidFill>
                  <a:schemeClr val="tx1"/>
                </a:solidFill>
              </a:rPr>
              <a:t>Highly collaborative</a:t>
            </a:r>
            <a:endParaRPr lang="en-US"/>
          </a:p>
        </p:txBody>
      </p:sp>
      <p:sp>
        <p:nvSpPr>
          <p:cNvPr id="5" name="Text Placeholder 4">
            <a:extLst>
              <a:ext uri="{FF2B5EF4-FFF2-40B4-BE49-F238E27FC236}">
                <a16:creationId xmlns:a16="http://schemas.microsoft.com/office/drawing/2014/main" id="{23E4688A-2E45-E81F-F2B1-7BDC08625726}"/>
              </a:ext>
            </a:extLst>
          </p:cNvPr>
          <p:cNvSpPr>
            <a:spLocks noGrp="1"/>
          </p:cNvSpPr>
          <p:nvPr>
            <p:ph type="body" sz="quarter" idx="10"/>
          </p:nvPr>
        </p:nvSpPr>
        <p:spPr>
          <a:xfrm>
            <a:off x="8803869" y="429769"/>
            <a:ext cx="2839491" cy="5978526"/>
          </a:xfrm>
        </p:spPr>
        <p:txBody>
          <a:bodyPr/>
          <a:lstStyle/>
          <a:p>
            <a:r>
              <a:rPr lang="en-US">
                <a:solidFill>
                  <a:schemeClr val="bg2"/>
                </a:solidFill>
                <a:latin typeface="Times New Roman"/>
                <a:cs typeface="Times New Roman"/>
              </a:rPr>
              <a:t>Key Finding </a:t>
            </a:r>
            <a:br>
              <a:rPr lang="en-US">
                <a:latin typeface="Times New Roman"/>
                <a:cs typeface="Times New Roman"/>
              </a:rPr>
            </a:br>
            <a:r>
              <a:rPr lang="en-US" b="0">
                <a:latin typeface="Times New Roman"/>
                <a:cs typeface="Times New Roman"/>
              </a:rPr>
              <a:t>The field is more collaborative than first realized</a:t>
            </a:r>
            <a:br>
              <a:rPr lang="en-US">
                <a:latin typeface="Times New Roman"/>
                <a:cs typeface="Times New Roman"/>
              </a:rPr>
            </a:br>
            <a:br>
              <a:rPr lang="en-US">
                <a:latin typeface="Times New Roman"/>
                <a:cs typeface="Times New Roman"/>
              </a:rPr>
            </a:br>
            <a:r>
              <a:rPr lang="en-US">
                <a:solidFill>
                  <a:schemeClr val="bg2"/>
                </a:solidFill>
                <a:latin typeface="Times New Roman"/>
                <a:cs typeface="Times New Roman"/>
              </a:rPr>
              <a:t>Main </a:t>
            </a:r>
            <a:r>
              <a:rPr lang="en-US">
                <a:solidFill>
                  <a:schemeClr val="bg2"/>
                </a:solidFill>
                <a:latin typeface="Times New Roman"/>
                <a:cs typeface="Arial"/>
              </a:rPr>
              <a:t>Takeaway </a:t>
            </a:r>
            <a:br>
              <a:rPr lang="en-US">
                <a:solidFill>
                  <a:srgbClr val="FFFFFF"/>
                </a:solidFill>
                <a:latin typeface="Times New Roman"/>
                <a:cs typeface="Arial"/>
              </a:rPr>
            </a:br>
            <a:r>
              <a:rPr lang="en-US" b="0">
                <a:latin typeface="Times New Roman"/>
                <a:cs typeface="Arial"/>
              </a:rPr>
              <a:t>Tracking individual rep’s sales activity is not enough to provide full value</a:t>
            </a:r>
            <a:br>
              <a:rPr lang="en-US" b="0">
                <a:latin typeface="Times New Roman"/>
                <a:cs typeface="Arial"/>
              </a:rPr>
            </a:br>
            <a:br>
              <a:rPr lang="en-US" b="0">
                <a:latin typeface="Times New Roman"/>
                <a:cs typeface="Arial"/>
              </a:rPr>
            </a:br>
            <a:r>
              <a:rPr lang="en-US">
                <a:solidFill>
                  <a:schemeClr val="bg2"/>
                </a:solidFill>
                <a:latin typeface="Times New Roman"/>
                <a:cs typeface="Arial"/>
              </a:rPr>
              <a:t>HMW</a:t>
            </a:r>
            <a:r>
              <a:rPr lang="en-US">
                <a:solidFill>
                  <a:srgbClr val="FFFFFF"/>
                </a:solidFill>
                <a:latin typeface="Times New Roman"/>
                <a:cs typeface="Arial"/>
              </a:rPr>
              <a:t> </a:t>
            </a:r>
            <a:br>
              <a:rPr lang="en-US">
                <a:solidFill>
                  <a:srgbClr val="FFFFFF"/>
                </a:solidFill>
                <a:latin typeface="Times New Roman"/>
                <a:cs typeface="Arial"/>
              </a:rPr>
            </a:br>
            <a:r>
              <a:rPr lang="en-US" b="0">
                <a:solidFill>
                  <a:srgbClr val="FFFFFF"/>
                </a:solidFill>
                <a:latin typeface="Times New Roman"/>
                <a:cs typeface="Arial"/>
              </a:rPr>
              <a:t>Enable seamless team collaborations towards the HCP goal? </a:t>
            </a:r>
            <a:endParaRPr lang="en-US"/>
          </a:p>
        </p:txBody>
      </p:sp>
      <p:sp>
        <p:nvSpPr>
          <p:cNvPr id="6" name="Content Placeholder 5">
            <a:extLst>
              <a:ext uri="{FF2B5EF4-FFF2-40B4-BE49-F238E27FC236}">
                <a16:creationId xmlns:a16="http://schemas.microsoft.com/office/drawing/2014/main" id="{C6E78AB2-6238-026E-376C-243710CC82D8}"/>
              </a:ext>
            </a:extLst>
          </p:cNvPr>
          <p:cNvSpPr>
            <a:spLocks noGrp="1"/>
          </p:cNvSpPr>
          <p:nvPr>
            <p:ph sz="quarter" idx="11"/>
          </p:nvPr>
        </p:nvSpPr>
        <p:spPr>
          <a:xfrm>
            <a:off x="548640" y="1194179"/>
            <a:ext cx="5306250" cy="5115181"/>
          </a:xfrm>
        </p:spPr>
        <p:txBody>
          <a:bodyPr/>
          <a:lstStyle/>
          <a:p>
            <a:r>
              <a:rPr lang="en-US" i="1" noProof="1">
                <a:solidFill>
                  <a:srgbClr val="212121"/>
                </a:solidFill>
                <a:latin typeface="Arial"/>
                <a:ea typeface="Calibri"/>
                <a:cs typeface="Arial"/>
              </a:rPr>
              <a:t>I found overlap with my sales partner’s email send outs, but it takes a few clicks to check email history through Veeva CRM... we would have sent to the same people on the same day if I didn’t check what had already gone out.</a:t>
            </a:r>
          </a:p>
          <a:p>
            <a:endParaRPr lang="en-US" i="1" noProof="1">
              <a:solidFill>
                <a:srgbClr val="212121"/>
              </a:solidFill>
              <a:latin typeface="Arial"/>
              <a:cs typeface="Arial"/>
            </a:endParaRPr>
          </a:p>
          <a:p>
            <a:r>
              <a:rPr lang="en-US" i="1"/>
              <a:t>Normally every Thursday, over Teams or over the phone, we're both looking at the app to go through and decide who we’ll see every week. We’ve developed this method to collaborate... but it would be lovely to have this on [one] page.</a:t>
            </a:r>
            <a:endParaRPr lang="en-US" i="1" noProof="1"/>
          </a:p>
          <a:p>
            <a:endParaRPr lang="en-US" i="1" noProof="1">
              <a:solidFill>
                <a:srgbClr val="212121"/>
              </a:solidFill>
              <a:cs typeface="Arial"/>
            </a:endParaRPr>
          </a:p>
          <a:p>
            <a:r>
              <a:rPr lang="en-US" i="1">
                <a:cs typeface="Arial"/>
              </a:rPr>
              <a:t>When we do a team [training] session, first thing we do, I say “let me see your iPad,” then I'm going through it myself and saying, “who are </a:t>
            </a:r>
            <a:r>
              <a:rPr lang="en-US" i="1" u="sng">
                <a:cs typeface="Arial"/>
              </a:rPr>
              <a:t>we</a:t>
            </a:r>
            <a:r>
              <a:rPr lang="en-US" i="1">
                <a:cs typeface="Arial"/>
              </a:rPr>
              <a:t> </a:t>
            </a:r>
            <a:r>
              <a:rPr lang="en-US" i="1" err="1">
                <a:cs typeface="Arial"/>
              </a:rPr>
              <a:t>gonna</a:t>
            </a:r>
            <a:r>
              <a:rPr lang="en-US" i="1">
                <a:cs typeface="Arial"/>
              </a:rPr>
              <a:t> go see today?” </a:t>
            </a:r>
            <a:endParaRPr lang="en-US" i="1" noProof="1">
              <a:solidFill>
                <a:srgbClr val="212121"/>
              </a:solidFill>
              <a:cs typeface="Arial"/>
            </a:endParaRPr>
          </a:p>
        </p:txBody>
      </p:sp>
      <p:sp>
        <p:nvSpPr>
          <p:cNvPr id="7" name="TextBox 6">
            <a:extLst>
              <a:ext uri="{FF2B5EF4-FFF2-40B4-BE49-F238E27FC236}">
                <a16:creationId xmlns:a16="http://schemas.microsoft.com/office/drawing/2014/main" id="{0512860C-78F2-AA46-85F0-C08ABF0E06E9}"/>
              </a:ext>
            </a:extLst>
          </p:cNvPr>
          <p:cNvSpPr txBox="1"/>
          <p:nvPr/>
        </p:nvSpPr>
        <p:spPr>
          <a:xfrm>
            <a:off x="6337112" y="1194179"/>
            <a:ext cx="1038308" cy="654909"/>
          </a:xfrm>
          <a:prstGeom prst="rect">
            <a:avLst/>
          </a:prstGeom>
          <a:noFill/>
          <a:ln>
            <a:noFill/>
            <a:miter lim="800000"/>
          </a:ln>
        </p:spPr>
        <p:txBody>
          <a:bodyPr wrap="none" lIns="0" tIns="0" rIns="0" bIns="0" rtlCol="0">
            <a:noAutofit/>
          </a:bodyPr>
          <a:lstStyle/>
          <a:p>
            <a:pPr>
              <a:spcBef>
                <a:spcPts val="600"/>
              </a:spcBef>
            </a:pPr>
            <a:r>
              <a:rPr lang="en-US" sz="4000" b="1">
                <a:solidFill>
                  <a:schemeClr val="accent3"/>
                </a:solidFill>
                <a:latin typeface="Arial" panose="020B0604020202020204" pitchFamily="34" charset="0"/>
                <a:cs typeface="Arial" panose="020B0604020202020204" pitchFamily="34" charset="0"/>
              </a:rPr>
              <a:t>Lilly</a:t>
            </a:r>
            <a:endParaRPr lang="en-US" sz="1800" b="1">
              <a:solidFill>
                <a:schemeClr val="accent3"/>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2FAABD4-2F85-4D16-1C83-50DBBF46DC8F}"/>
              </a:ext>
            </a:extLst>
          </p:cNvPr>
          <p:cNvSpPr txBox="1"/>
          <p:nvPr/>
        </p:nvSpPr>
        <p:spPr>
          <a:xfrm>
            <a:off x="6337112" y="1723123"/>
            <a:ext cx="1038308" cy="629082"/>
          </a:xfrm>
          <a:prstGeom prst="rect">
            <a:avLst/>
          </a:prstGeom>
          <a:noFill/>
          <a:ln>
            <a:noFill/>
            <a:miter lim="800000"/>
          </a:ln>
        </p:spPr>
        <p:txBody>
          <a:bodyPr wrap="none" lIns="0" tIns="0" rIns="0" bIns="0" rtlCol="0">
            <a:noAutofit/>
          </a:bodyPr>
          <a:lstStyle/>
          <a:p>
            <a:pPr algn="ctr"/>
            <a:r>
              <a:rPr lang="en-US">
                <a:solidFill>
                  <a:schemeClr val="bg1">
                    <a:lumMod val="65000"/>
                  </a:schemeClr>
                </a:solidFill>
                <a:latin typeface="Arial Narrow" panose="020B0604020202020204" pitchFamily="34" charset="0"/>
                <a:cs typeface="Arial Narrow" panose="020B0604020202020204" pitchFamily="34" charset="0"/>
              </a:rPr>
              <a:t>Territory</a:t>
            </a:r>
          </a:p>
          <a:p>
            <a:pPr algn="ctr"/>
            <a:r>
              <a:rPr lang="en-US">
                <a:solidFill>
                  <a:schemeClr val="bg1">
                    <a:lumMod val="65000"/>
                  </a:schemeClr>
                </a:solidFill>
                <a:latin typeface="Arial Narrow" panose="020B0604020202020204" pitchFamily="34" charset="0"/>
                <a:cs typeface="Arial Narrow" panose="020B0604020202020204" pitchFamily="34" charset="0"/>
              </a:rPr>
              <a:t>Manager</a:t>
            </a:r>
          </a:p>
          <a:p>
            <a:pPr algn="ctr">
              <a:spcBef>
                <a:spcPts val="600"/>
              </a:spcBef>
              <a:spcAft>
                <a:spcPts val="0"/>
              </a:spcAft>
            </a:pPr>
            <a:endParaRPr lang="en-US" sz="1800" err="1">
              <a:solidFill>
                <a:schemeClr val="bg1">
                  <a:lumMod val="65000"/>
                </a:schemeClr>
              </a:solidFill>
            </a:endParaRPr>
          </a:p>
        </p:txBody>
      </p:sp>
      <p:sp>
        <p:nvSpPr>
          <p:cNvPr id="9" name="TextBox 8">
            <a:extLst>
              <a:ext uri="{FF2B5EF4-FFF2-40B4-BE49-F238E27FC236}">
                <a16:creationId xmlns:a16="http://schemas.microsoft.com/office/drawing/2014/main" id="{F401DA5F-CA52-FAE2-BA5F-11A26D1D6323}"/>
              </a:ext>
            </a:extLst>
          </p:cNvPr>
          <p:cNvSpPr txBox="1"/>
          <p:nvPr/>
        </p:nvSpPr>
        <p:spPr>
          <a:xfrm>
            <a:off x="6337112" y="3190968"/>
            <a:ext cx="1038308" cy="654909"/>
          </a:xfrm>
          <a:prstGeom prst="rect">
            <a:avLst/>
          </a:prstGeom>
          <a:noFill/>
          <a:ln>
            <a:noFill/>
            <a:miter lim="800000"/>
          </a:ln>
        </p:spPr>
        <p:txBody>
          <a:bodyPr wrap="none" lIns="0" tIns="0" rIns="0" bIns="0" rtlCol="0">
            <a:noAutofit/>
          </a:bodyPr>
          <a:lstStyle/>
          <a:p>
            <a:pPr>
              <a:spcBef>
                <a:spcPts val="600"/>
              </a:spcBef>
            </a:pPr>
            <a:r>
              <a:rPr lang="en-US" sz="4000" b="1" err="1">
                <a:solidFill>
                  <a:schemeClr val="accent3"/>
                </a:solidFill>
                <a:cs typeface="Times New Roman"/>
              </a:rPr>
              <a:t>ViiV</a:t>
            </a:r>
            <a:endParaRPr lang="en-US" sz="1800">
              <a:solidFill>
                <a:schemeClr val="accent3"/>
              </a:solidFill>
            </a:endParaRPr>
          </a:p>
        </p:txBody>
      </p:sp>
      <p:sp>
        <p:nvSpPr>
          <p:cNvPr id="10" name="TextBox 9">
            <a:extLst>
              <a:ext uri="{FF2B5EF4-FFF2-40B4-BE49-F238E27FC236}">
                <a16:creationId xmlns:a16="http://schemas.microsoft.com/office/drawing/2014/main" id="{78BB7B33-F39A-8673-A74D-D1264E8D82B7}"/>
              </a:ext>
            </a:extLst>
          </p:cNvPr>
          <p:cNvSpPr txBox="1"/>
          <p:nvPr/>
        </p:nvSpPr>
        <p:spPr>
          <a:xfrm>
            <a:off x="6337112" y="3719912"/>
            <a:ext cx="1038308" cy="629082"/>
          </a:xfrm>
          <a:prstGeom prst="rect">
            <a:avLst/>
          </a:prstGeom>
          <a:noFill/>
          <a:ln>
            <a:noFill/>
            <a:miter lim="800000"/>
          </a:ln>
        </p:spPr>
        <p:txBody>
          <a:bodyPr wrap="none" lIns="0" tIns="0" rIns="0" bIns="0" rtlCol="0">
            <a:noAutofit/>
          </a:bodyPr>
          <a:lstStyle/>
          <a:p>
            <a:pPr algn="ctr"/>
            <a:r>
              <a:rPr lang="en-US">
                <a:solidFill>
                  <a:schemeClr val="bg1">
                    <a:lumMod val="65000"/>
                  </a:schemeClr>
                </a:solidFill>
                <a:latin typeface="Arial Narrow" panose="020B0604020202020204" pitchFamily="34" charset="0"/>
                <a:cs typeface="Arial Narrow" panose="020B0604020202020204" pitchFamily="34" charset="0"/>
              </a:rPr>
              <a:t>Territory</a:t>
            </a:r>
          </a:p>
          <a:p>
            <a:pPr algn="ctr"/>
            <a:r>
              <a:rPr lang="en-US">
                <a:solidFill>
                  <a:schemeClr val="bg1">
                    <a:lumMod val="65000"/>
                  </a:schemeClr>
                </a:solidFill>
                <a:latin typeface="Arial Narrow" panose="020B0604020202020204" pitchFamily="34" charset="0"/>
                <a:cs typeface="Arial Narrow" panose="020B0604020202020204" pitchFamily="34" charset="0"/>
              </a:rPr>
              <a:t>Account</a:t>
            </a:r>
          </a:p>
          <a:p>
            <a:pPr algn="ctr"/>
            <a:r>
              <a:rPr lang="en-US">
                <a:solidFill>
                  <a:schemeClr val="bg1">
                    <a:lumMod val="65000"/>
                  </a:schemeClr>
                </a:solidFill>
                <a:latin typeface="Arial Narrow" panose="020B0604020202020204" pitchFamily="34" charset="0"/>
                <a:cs typeface="Arial Narrow" panose="020B0604020202020204" pitchFamily="34" charset="0"/>
              </a:rPr>
              <a:t>Manager</a:t>
            </a:r>
          </a:p>
          <a:p>
            <a:pPr algn="ctr">
              <a:spcBef>
                <a:spcPts val="600"/>
              </a:spcBef>
              <a:spcAft>
                <a:spcPts val="0"/>
              </a:spcAft>
            </a:pPr>
            <a:endParaRPr lang="en-US" sz="1800" err="1">
              <a:solidFill>
                <a:schemeClr val="bg1">
                  <a:lumMod val="65000"/>
                </a:schemeClr>
              </a:solidFill>
              <a:latin typeface="Arial Narrow" panose="020B0604020202020204" pitchFamily="34" charset="0"/>
              <a:cs typeface="Arial Narrow" panose="020B0604020202020204" pitchFamily="34" charset="0"/>
            </a:endParaRPr>
          </a:p>
        </p:txBody>
      </p:sp>
      <p:sp>
        <p:nvSpPr>
          <p:cNvPr id="11" name="TextBox 10">
            <a:extLst>
              <a:ext uri="{FF2B5EF4-FFF2-40B4-BE49-F238E27FC236}">
                <a16:creationId xmlns:a16="http://schemas.microsoft.com/office/drawing/2014/main" id="{DF18CDC2-1E39-75FB-E516-06388804BB7B}"/>
              </a:ext>
            </a:extLst>
          </p:cNvPr>
          <p:cNvSpPr txBox="1"/>
          <p:nvPr/>
        </p:nvSpPr>
        <p:spPr>
          <a:xfrm>
            <a:off x="6337112" y="5151334"/>
            <a:ext cx="1038308" cy="654909"/>
          </a:xfrm>
          <a:prstGeom prst="rect">
            <a:avLst/>
          </a:prstGeom>
          <a:noFill/>
          <a:ln>
            <a:noFill/>
            <a:miter lim="800000"/>
          </a:ln>
        </p:spPr>
        <p:txBody>
          <a:bodyPr wrap="none" lIns="0" tIns="0" rIns="0" bIns="0" rtlCol="0">
            <a:noAutofit/>
          </a:bodyPr>
          <a:lstStyle/>
          <a:p>
            <a:pPr>
              <a:spcBef>
                <a:spcPts val="600"/>
              </a:spcBef>
            </a:pPr>
            <a:r>
              <a:rPr lang="en-US" sz="4000" b="1">
                <a:solidFill>
                  <a:schemeClr val="accent3"/>
                </a:solidFill>
                <a:cs typeface="Times New Roman"/>
              </a:rPr>
              <a:t>UCB</a:t>
            </a:r>
            <a:endParaRPr lang="en-US" sz="1800">
              <a:solidFill>
                <a:schemeClr val="accent3"/>
              </a:solidFill>
            </a:endParaRPr>
          </a:p>
        </p:txBody>
      </p:sp>
      <p:sp>
        <p:nvSpPr>
          <p:cNvPr id="12" name="TextBox 11">
            <a:extLst>
              <a:ext uri="{FF2B5EF4-FFF2-40B4-BE49-F238E27FC236}">
                <a16:creationId xmlns:a16="http://schemas.microsoft.com/office/drawing/2014/main" id="{B6BDF1DC-1221-99AE-A09B-0B34F1C0FCEB}"/>
              </a:ext>
            </a:extLst>
          </p:cNvPr>
          <p:cNvSpPr txBox="1"/>
          <p:nvPr/>
        </p:nvSpPr>
        <p:spPr>
          <a:xfrm>
            <a:off x="6337112" y="5680278"/>
            <a:ext cx="1038308" cy="629082"/>
          </a:xfrm>
          <a:prstGeom prst="rect">
            <a:avLst/>
          </a:prstGeom>
          <a:noFill/>
          <a:ln>
            <a:noFill/>
            <a:miter lim="800000"/>
          </a:ln>
        </p:spPr>
        <p:txBody>
          <a:bodyPr wrap="none" lIns="0" tIns="0" rIns="0" bIns="0" rtlCol="0">
            <a:noAutofit/>
          </a:bodyPr>
          <a:lstStyle/>
          <a:p>
            <a:pPr algn="ctr"/>
            <a:r>
              <a:rPr lang="en-US">
                <a:solidFill>
                  <a:schemeClr val="bg1">
                    <a:lumMod val="65000"/>
                  </a:schemeClr>
                </a:solidFill>
                <a:latin typeface="Arial Narrow" panose="020B0604020202020204" pitchFamily="34" charset="0"/>
                <a:cs typeface="Arial Narrow" panose="020B0604020202020204" pitchFamily="34" charset="0"/>
              </a:rPr>
              <a:t>District </a:t>
            </a:r>
          </a:p>
          <a:p>
            <a:pPr algn="ctr"/>
            <a:r>
              <a:rPr lang="en-US">
                <a:solidFill>
                  <a:schemeClr val="bg1">
                    <a:lumMod val="65000"/>
                  </a:schemeClr>
                </a:solidFill>
                <a:latin typeface="Arial Narrow" panose="020B0604020202020204" pitchFamily="34" charset="0"/>
                <a:cs typeface="Arial Narrow" panose="020B0604020202020204" pitchFamily="34" charset="0"/>
              </a:rPr>
              <a:t>Manager</a:t>
            </a:r>
          </a:p>
          <a:p>
            <a:pPr algn="ctr">
              <a:spcBef>
                <a:spcPts val="600"/>
              </a:spcBef>
              <a:spcAft>
                <a:spcPts val="0"/>
              </a:spcAft>
            </a:pPr>
            <a:endParaRPr lang="en-US" sz="1800" err="1">
              <a:solidFill>
                <a:schemeClr val="bg1">
                  <a:lumMod val="65000"/>
                </a:schemeClr>
              </a:solidFill>
            </a:endParaRPr>
          </a:p>
        </p:txBody>
      </p:sp>
      <p:grpSp>
        <p:nvGrpSpPr>
          <p:cNvPr id="13" name="Group 12">
            <a:extLst>
              <a:ext uri="{FF2B5EF4-FFF2-40B4-BE49-F238E27FC236}">
                <a16:creationId xmlns:a16="http://schemas.microsoft.com/office/drawing/2014/main" id="{8BB4A0F4-97F5-5254-1D18-FAB2C340F2B7}"/>
              </a:ext>
            </a:extLst>
          </p:cNvPr>
          <p:cNvGrpSpPr/>
          <p:nvPr/>
        </p:nvGrpSpPr>
        <p:grpSpPr bwMode="gray">
          <a:xfrm>
            <a:off x="7981604" y="3275545"/>
            <a:ext cx="306910" cy="306910"/>
            <a:chOff x="6313199" y="4229315"/>
            <a:chExt cx="306910" cy="306910"/>
          </a:xfrm>
        </p:grpSpPr>
        <p:sp>
          <p:nvSpPr>
            <p:cNvPr id="14" name="Oval 50">
              <a:extLst>
                <a:ext uri="{FF2B5EF4-FFF2-40B4-BE49-F238E27FC236}">
                  <a16:creationId xmlns:a16="http://schemas.microsoft.com/office/drawing/2014/main" id="{2CF0058E-FBDE-7732-CD49-BF28854BB665}"/>
                </a:ext>
              </a:extLst>
            </p:cNvPr>
            <p:cNvSpPr>
              <a:spLocks noChangeArrowheads="1"/>
            </p:cNvSpPr>
            <p:nvPr/>
          </p:nvSpPr>
          <p:spPr bwMode="gray">
            <a:xfrm>
              <a:off x="6313199" y="4229315"/>
              <a:ext cx="306910" cy="30691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9D78043-C734-65A8-23EB-7905B43C6E90}"/>
                </a:ext>
              </a:extLst>
            </p:cNvPr>
            <p:cNvGrpSpPr/>
            <p:nvPr/>
          </p:nvGrpSpPr>
          <p:grpSpPr bwMode="gray">
            <a:xfrm>
              <a:off x="6399804" y="4314508"/>
              <a:ext cx="140052" cy="136525"/>
              <a:chOff x="6405478" y="4314507"/>
              <a:chExt cx="140052" cy="136525"/>
            </a:xfrm>
          </p:grpSpPr>
          <p:sp>
            <p:nvSpPr>
              <p:cNvPr id="16" name="Arrow: Chevron 51">
                <a:extLst>
                  <a:ext uri="{FF2B5EF4-FFF2-40B4-BE49-F238E27FC236}">
                    <a16:creationId xmlns:a16="http://schemas.microsoft.com/office/drawing/2014/main" id="{EE696C27-44EB-B088-AF96-A0218C533891}"/>
                  </a:ext>
                </a:extLst>
              </p:cNvPr>
              <p:cNvSpPr/>
              <p:nvPr/>
            </p:nvSpPr>
            <p:spPr bwMode="gray">
              <a:xfrm>
                <a:off x="6405478" y="4314507"/>
                <a:ext cx="74784" cy="136525"/>
              </a:xfrm>
              <a:prstGeom prst="chevron">
                <a:avLst>
                  <a:gd name="adj" fmla="val 7105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solidFill>
                    <a:schemeClr val="tx1"/>
                  </a:solidFill>
                  <a:latin typeface="Arial" panose="020B0604020202020204" pitchFamily="34" charset="0"/>
                  <a:cs typeface="Arial" panose="020B0604020202020204" pitchFamily="34" charset="0"/>
                </a:endParaRPr>
              </a:p>
            </p:txBody>
          </p:sp>
          <p:sp>
            <p:nvSpPr>
              <p:cNvPr id="17" name="Arrow: Chevron 52">
                <a:extLst>
                  <a:ext uri="{FF2B5EF4-FFF2-40B4-BE49-F238E27FC236}">
                    <a16:creationId xmlns:a16="http://schemas.microsoft.com/office/drawing/2014/main" id="{F9C16052-A329-C1C6-9159-BC8D9B9A7705}"/>
                  </a:ext>
                </a:extLst>
              </p:cNvPr>
              <p:cNvSpPr/>
              <p:nvPr/>
            </p:nvSpPr>
            <p:spPr bwMode="gray">
              <a:xfrm>
                <a:off x="6470746" y="4314507"/>
                <a:ext cx="74784" cy="136525"/>
              </a:xfrm>
              <a:prstGeom prst="chevron">
                <a:avLst>
                  <a:gd name="adj" fmla="val 7105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solidFill>
                    <a:schemeClr val="tx1"/>
                  </a:solidFill>
                  <a:latin typeface="Arial" panose="020B0604020202020204" pitchFamily="34" charset="0"/>
                  <a:cs typeface="Arial" panose="020B0604020202020204" pitchFamily="34" charset="0"/>
                </a:endParaRPr>
              </a:p>
            </p:txBody>
          </p:sp>
        </p:grpSp>
      </p:grpSp>
      <p:sp>
        <p:nvSpPr>
          <p:cNvPr id="19" name="TextBox 18">
            <a:extLst>
              <a:ext uri="{FF2B5EF4-FFF2-40B4-BE49-F238E27FC236}">
                <a16:creationId xmlns:a16="http://schemas.microsoft.com/office/drawing/2014/main" id="{232C693A-E8E9-92B8-F73A-494FF0200C42}"/>
              </a:ext>
            </a:extLst>
          </p:cNvPr>
          <p:cNvSpPr txBox="1"/>
          <p:nvPr/>
        </p:nvSpPr>
        <p:spPr>
          <a:xfrm>
            <a:off x="10222173" y="6639636"/>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err="1">
              <a:solidFill>
                <a:schemeClr val="accent1"/>
              </a:solidFill>
            </a:endParaRPr>
          </a:p>
        </p:txBody>
      </p:sp>
      <p:sp>
        <p:nvSpPr>
          <p:cNvPr id="20" name="slidemaster_copyright1">
            <a:extLst>
              <a:ext uri="{FF2B5EF4-FFF2-40B4-BE49-F238E27FC236}">
                <a16:creationId xmlns:a16="http://schemas.microsoft.com/office/drawing/2014/main" id="{34464EF8-C92C-AAA1-EAE0-C18B3A36EC2C}"/>
              </a:ext>
            </a:extLst>
          </p:cNvPr>
          <p:cNvSpPr txBox="1">
            <a:spLocks/>
          </p:cNvSpPr>
          <p:nvPr/>
        </p:nvSpPr>
        <p:spPr bwMode="black">
          <a:xfrm>
            <a:off x="11387284" y="105930"/>
            <a:ext cx="679673"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r>
              <a:rPr lang="en-US" sz="900">
                <a:solidFill>
                  <a:srgbClr val="A3A1A8"/>
                </a:solidFill>
              </a:rPr>
              <a:t>Field Insights</a:t>
            </a:r>
          </a:p>
        </p:txBody>
      </p:sp>
    </p:spTree>
    <p:extLst>
      <p:ext uri="{BB962C8B-B14F-4D97-AF65-F5344CB8AC3E}">
        <p14:creationId xmlns:p14="http://schemas.microsoft.com/office/powerpoint/2010/main" val="3542132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4498C4-A8C9-31BF-9AD0-49D0BF5E9DD2}"/>
              </a:ext>
            </a:extLst>
          </p:cNvPr>
          <p:cNvSpPr>
            <a:spLocks noGrp="1"/>
          </p:cNvSpPr>
          <p:nvPr>
            <p:ph type="title"/>
          </p:nvPr>
        </p:nvSpPr>
        <p:spPr>
          <a:xfrm>
            <a:off x="548638" y="415978"/>
            <a:ext cx="3069767" cy="6026045"/>
          </a:xfrm>
        </p:spPr>
        <p:txBody>
          <a:bodyPr/>
          <a:lstStyle/>
          <a:p>
            <a:r>
              <a:rPr lang="en-US">
                <a:solidFill>
                  <a:schemeClr val="tx1"/>
                </a:solidFill>
                <a:latin typeface="Times New Roman"/>
                <a:cs typeface="Times New Roman"/>
              </a:rPr>
              <a:t>Aligning with GCC market needs while cutting costs</a:t>
            </a:r>
            <a:endParaRPr lang="en-US">
              <a:solidFill>
                <a:schemeClr val="tx1"/>
              </a:solidFill>
            </a:endParaRPr>
          </a:p>
        </p:txBody>
      </p:sp>
      <p:sp>
        <p:nvSpPr>
          <p:cNvPr id="10" name="Content Placeholder 2">
            <a:extLst>
              <a:ext uri="{FF2B5EF4-FFF2-40B4-BE49-F238E27FC236}">
                <a16:creationId xmlns:a16="http://schemas.microsoft.com/office/drawing/2014/main" id="{1A98DA9E-B837-36F7-A28E-8D89762E10C2}"/>
              </a:ext>
            </a:extLst>
          </p:cNvPr>
          <p:cNvSpPr>
            <a:spLocks noGrp="1"/>
          </p:cNvSpPr>
          <p:nvPr>
            <p:ph idx="1"/>
          </p:nvPr>
        </p:nvSpPr>
        <p:spPr>
          <a:xfrm>
            <a:off x="5561351" y="266914"/>
            <a:ext cx="6235908" cy="699952"/>
          </a:xfrm>
        </p:spPr>
        <p:txBody>
          <a:bodyPr vert="horz" lIns="0" tIns="0" rIns="0" bIns="0" rtlCol="0" anchor="t">
            <a:noAutofit/>
          </a:bodyPr>
          <a:lstStyle/>
          <a:p>
            <a:r>
              <a:rPr lang="en-US" sz="1400" i="1">
                <a:solidFill>
                  <a:schemeClr val="bg1">
                    <a:lumMod val="50000"/>
                  </a:schemeClr>
                </a:solidFill>
                <a:latin typeface="Arial"/>
                <a:cs typeface="Arial"/>
              </a:rPr>
              <a:t>It's actually confusing. We get some kind of error, like there was suggestion ID and then there's some random text. It's very difficult for us to get the idea why this error is shown. So, for that, we tend to follow up with the support team. </a:t>
            </a:r>
            <a:endParaRPr lang="en-US" sz="1400" i="1">
              <a:solidFill>
                <a:schemeClr val="bg1">
                  <a:lumMod val="50000"/>
                </a:schemeClr>
              </a:solidFill>
              <a:cs typeface="Arial"/>
            </a:endParaRPr>
          </a:p>
        </p:txBody>
      </p:sp>
      <p:sp>
        <p:nvSpPr>
          <p:cNvPr id="11" name="slidemaster_copyright1">
            <a:extLst>
              <a:ext uri="{FF2B5EF4-FFF2-40B4-BE49-F238E27FC236}">
                <a16:creationId xmlns:a16="http://schemas.microsoft.com/office/drawing/2014/main" id="{A574BAD1-9364-C003-0ADF-49413CAEE011}"/>
              </a:ext>
            </a:extLst>
          </p:cNvPr>
          <p:cNvSpPr txBox="1">
            <a:spLocks/>
          </p:cNvSpPr>
          <p:nvPr/>
        </p:nvSpPr>
        <p:spPr bwMode="black">
          <a:xfrm>
            <a:off x="132964" y="128415"/>
            <a:ext cx="1102866"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r>
              <a:rPr lang="en-US" sz="900">
                <a:solidFill>
                  <a:srgbClr val="A3A1A8"/>
                </a:solidFill>
              </a:rPr>
              <a:t>Orchestration Center</a:t>
            </a:r>
          </a:p>
        </p:txBody>
      </p:sp>
      <p:sp>
        <p:nvSpPr>
          <p:cNvPr id="12" name="Content Placeholder 2">
            <a:extLst>
              <a:ext uri="{FF2B5EF4-FFF2-40B4-BE49-F238E27FC236}">
                <a16:creationId xmlns:a16="http://schemas.microsoft.com/office/drawing/2014/main" id="{81EE0B86-6DCD-D49E-6AAE-3F3508067EEC}"/>
              </a:ext>
            </a:extLst>
          </p:cNvPr>
          <p:cNvSpPr txBox="1">
            <a:spLocks/>
          </p:cNvSpPr>
          <p:nvPr/>
        </p:nvSpPr>
        <p:spPr>
          <a:xfrm>
            <a:off x="4446081" y="2456513"/>
            <a:ext cx="7351178" cy="1944974"/>
          </a:xfrm>
        </p:spPr>
        <p:txBody>
          <a:bodyPr vert="horz" lIns="0" tIns="0" rIns="0" bIns="0" rtlCol="0" anchor="t">
            <a:noAutofit/>
          </a:bodyPr>
          <a:lstStyle>
            <a:lvl1pPr marL="0" indent="0" algn="l" defTabSz="914400" rtl="0" eaLnBrk="1" latinLnBrk="0" hangingPunct="1">
              <a:lnSpc>
                <a:spcPct val="100000"/>
              </a:lnSpc>
              <a:spcBef>
                <a:spcPts val="1500"/>
              </a:spcBef>
              <a:spcAft>
                <a:spcPts val="0"/>
              </a:spcAft>
              <a:buFont typeface="Arial" panose="020B0604020202020204" pitchFamily="34" charset="0"/>
              <a:buNone/>
              <a:defRPr sz="1800" kern="1200">
                <a:solidFill>
                  <a:schemeClr val="accent1"/>
                </a:solidFill>
                <a:latin typeface="+mn-lt"/>
                <a:ea typeface="+mn-ea"/>
                <a:cs typeface="+mn-cs"/>
              </a:defRPr>
            </a:lvl1pPr>
            <a:lvl2pPr marL="228600" indent="-228600" algn="l" defTabSz="914400" rtl="0" eaLnBrk="1" latinLnBrk="0" hangingPunct="1">
              <a:lnSpc>
                <a:spcPct val="100000"/>
              </a:lnSpc>
              <a:spcBef>
                <a:spcPts val="600"/>
              </a:spcBef>
              <a:spcAft>
                <a:spcPts val="0"/>
              </a:spcAft>
              <a:buClrTx/>
              <a:buFont typeface="Wingdings 2" panose="05020102010507070707" pitchFamily="18" charset="2"/>
              <a:buChar char=""/>
              <a:defRPr sz="1800" kern="1200">
                <a:solidFill>
                  <a:schemeClr val="accent1"/>
                </a:solidFill>
                <a:latin typeface="+mn-lt"/>
                <a:ea typeface="+mn-ea"/>
                <a:cs typeface="+mn-cs"/>
              </a:defRPr>
            </a:lvl2pPr>
            <a:lvl3pPr marL="457200" indent="-228600" algn="l" defTabSz="914400" rtl="0" eaLnBrk="1" latinLnBrk="0" hangingPunct="1">
              <a:lnSpc>
                <a:spcPct val="100000"/>
              </a:lnSpc>
              <a:spcBef>
                <a:spcPts val="600"/>
              </a:spcBef>
              <a:spcAft>
                <a:spcPts val="0"/>
              </a:spcAft>
              <a:buClrTx/>
              <a:buFont typeface="Arial" panose="020B0604020202020204" pitchFamily="34" charset="0"/>
              <a:buChar char="–"/>
              <a:defRPr sz="1800" kern="1200">
                <a:solidFill>
                  <a:schemeClr val="accent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tx1"/>
                </a:solidFill>
                <a:cs typeface="Arial"/>
              </a:rPr>
              <a:t>Regular </a:t>
            </a:r>
            <a:r>
              <a:rPr lang="en-US" b="1">
                <a:solidFill>
                  <a:schemeClr val="bg2"/>
                </a:solidFill>
                <a:cs typeface="Arial"/>
              </a:rPr>
              <a:t>product feedback </a:t>
            </a:r>
            <a:r>
              <a:rPr lang="en-US">
                <a:solidFill>
                  <a:schemeClr val="tx1"/>
                </a:solidFill>
                <a:cs typeface="Arial"/>
              </a:rPr>
              <a:t>enabled OC enhancements to be prioritized along with new features and workflows that expanded the product towards a GCC epicenter.</a:t>
            </a:r>
          </a:p>
          <a:p>
            <a:r>
              <a:rPr lang="en-US">
                <a:solidFill>
                  <a:schemeClr val="tx1"/>
                </a:solidFill>
                <a:cs typeface="Arial"/>
              </a:rPr>
              <a:t>The results being timely product improvements that </a:t>
            </a:r>
            <a:r>
              <a:rPr lang="en-US" b="1">
                <a:solidFill>
                  <a:schemeClr val="bg2"/>
                </a:solidFill>
                <a:cs typeface="Arial"/>
              </a:rPr>
              <a:t>cut overhead costs </a:t>
            </a:r>
            <a:r>
              <a:rPr lang="en-US">
                <a:solidFill>
                  <a:schemeClr val="tx1"/>
                </a:solidFill>
                <a:cs typeface="Arial"/>
              </a:rPr>
              <a:t>[support tickets] and better align with </a:t>
            </a:r>
            <a:r>
              <a:rPr lang="en-US" b="1">
                <a:solidFill>
                  <a:schemeClr val="bg2"/>
                </a:solidFill>
                <a:cs typeface="Arial"/>
              </a:rPr>
              <a:t>shifting market needs </a:t>
            </a:r>
            <a:r>
              <a:rPr lang="en-US">
                <a:solidFill>
                  <a:schemeClr val="tx1"/>
                </a:solidFill>
                <a:cs typeface="Arial"/>
              </a:rPr>
              <a:t>of our customers, particularly those aligned with GCC user workflows.</a:t>
            </a:r>
            <a:endParaRPr lang="en-US">
              <a:solidFill>
                <a:schemeClr val="tx1"/>
              </a:solidFill>
            </a:endParaRPr>
          </a:p>
        </p:txBody>
      </p:sp>
      <p:sp>
        <p:nvSpPr>
          <p:cNvPr id="13" name="TextBox 12">
            <a:extLst>
              <a:ext uri="{FF2B5EF4-FFF2-40B4-BE49-F238E27FC236}">
                <a16:creationId xmlns:a16="http://schemas.microsoft.com/office/drawing/2014/main" id="{A90DEF17-E4AE-8BE5-2C8E-B2F2718A6E12}"/>
              </a:ext>
            </a:extLst>
          </p:cNvPr>
          <p:cNvSpPr txBox="1"/>
          <p:nvPr/>
        </p:nvSpPr>
        <p:spPr>
          <a:xfrm>
            <a:off x="9774139" y="966866"/>
            <a:ext cx="2079085" cy="314737"/>
          </a:xfrm>
          <a:prstGeom prst="rect">
            <a:avLst/>
          </a:prstGeom>
          <a:noFill/>
          <a:ln>
            <a:noFill/>
            <a:miter lim="800000"/>
          </a:ln>
        </p:spPr>
        <p:txBody>
          <a:bodyPr wrap="none" lIns="0" tIns="0" rIns="0" bIns="0" rtlCol="0">
            <a:noAutofit/>
          </a:bodyPr>
          <a:lstStyle/>
          <a:p>
            <a:r>
              <a:rPr lang="en-US" sz="1600" b="1">
                <a:solidFill>
                  <a:schemeClr val="accent3"/>
                </a:solidFill>
                <a:cs typeface="Times New Roman"/>
              </a:rPr>
              <a:t>Bristol Myers Squibb</a:t>
            </a:r>
            <a:endParaRPr lang="en-US" sz="1600">
              <a:solidFill>
                <a:schemeClr val="accent3"/>
              </a:solidFill>
            </a:endParaRPr>
          </a:p>
        </p:txBody>
      </p:sp>
    </p:spTree>
    <p:extLst>
      <p:ext uri="{BB962C8B-B14F-4D97-AF65-F5344CB8AC3E}">
        <p14:creationId xmlns:p14="http://schemas.microsoft.com/office/powerpoint/2010/main" val="2084548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65A729-1B54-4714-8E39-803AC079F1E9}"/>
              </a:ext>
            </a:extLst>
          </p:cNvPr>
          <p:cNvSpPr>
            <a:spLocks noGrp="1"/>
          </p:cNvSpPr>
          <p:nvPr>
            <p:ph type="title"/>
          </p:nvPr>
        </p:nvSpPr>
        <p:spPr/>
        <p:txBody>
          <a:bodyPr/>
          <a:lstStyle/>
          <a:p>
            <a:r>
              <a:rPr lang="en-US">
                <a:latin typeface="Times New Roman"/>
                <a:cs typeface="Times New Roman"/>
              </a:rPr>
              <a:t>Expanding</a:t>
            </a:r>
            <a:br>
              <a:rPr lang="en-US">
                <a:latin typeface="Times New Roman"/>
                <a:cs typeface="Times New Roman"/>
              </a:rPr>
            </a:br>
            <a:r>
              <a:rPr lang="en-US">
                <a:latin typeface="Times New Roman"/>
                <a:cs typeface="Times New Roman"/>
              </a:rPr>
              <a:t>our offering</a:t>
            </a:r>
            <a:endParaRPr lang="en-US"/>
          </a:p>
        </p:txBody>
      </p:sp>
      <p:sp>
        <p:nvSpPr>
          <p:cNvPr id="8" name="slidemaster_copyright1">
            <a:extLst>
              <a:ext uri="{FF2B5EF4-FFF2-40B4-BE49-F238E27FC236}">
                <a16:creationId xmlns:a16="http://schemas.microsoft.com/office/drawing/2014/main" id="{CA3CDFE9-A1CF-9C47-5BDC-FEFA10C4798E}"/>
              </a:ext>
            </a:extLst>
          </p:cNvPr>
          <p:cNvSpPr txBox="1">
            <a:spLocks/>
          </p:cNvSpPr>
          <p:nvPr/>
        </p:nvSpPr>
        <p:spPr bwMode="black">
          <a:xfrm>
            <a:off x="132964" y="128415"/>
            <a:ext cx="23724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r>
              <a:rPr lang="en-US" sz="900">
                <a:solidFill>
                  <a:srgbClr val="A3A1A8"/>
                </a:solidFill>
              </a:rPr>
              <a:t>MSL</a:t>
            </a:r>
          </a:p>
        </p:txBody>
      </p:sp>
      <p:pic>
        <p:nvPicPr>
          <p:cNvPr id="10" name="Picture Placeholder 6" descr="A screenshot of a computer&#10;&#10;AI-generated content may be incorrect.">
            <a:extLst>
              <a:ext uri="{FF2B5EF4-FFF2-40B4-BE49-F238E27FC236}">
                <a16:creationId xmlns:a16="http://schemas.microsoft.com/office/drawing/2014/main" id="{9EB6F29C-3C4B-7B2E-5830-B31605BDC738}"/>
              </a:ext>
            </a:extLst>
          </p:cNvPr>
          <p:cNvPicPr>
            <a:picLocks noGrp="1" noChangeAspect="1"/>
          </p:cNvPicPr>
          <p:nvPr>
            <p:ph idx="1"/>
          </p:nvPr>
        </p:nvPicPr>
        <p:blipFill>
          <a:blip r:embed="rId3"/>
          <a:stretch/>
        </p:blipFill>
        <p:spPr bwMode="gray">
          <a:xfrm>
            <a:off x="4608575" y="1465617"/>
            <a:ext cx="7034149" cy="4871147"/>
          </a:xfrm>
          <a:prstGeom prst="rect">
            <a:avLst/>
          </a:prstGeom>
          <a:noFill/>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2239EE4A-8139-9045-41BA-7CB8EB04514A}"/>
              </a:ext>
            </a:extLst>
          </p:cNvPr>
          <p:cNvSpPr txBox="1"/>
          <p:nvPr/>
        </p:nvSpPr>
        <p:spPr>
          <a:xfrm>
            <a:off x="4608574" y="434352"/>
            <a:ext cx="7034149" cy="923330"/>
          </a:xfrm>
          <a:prstGeom prst="rect">
            <a:avLst/>
          </a:prstGeom>
          <a:noFill/>
          <a:ln>
            <a:noFill/>
            <a:miter lim="800000"/>
          </a:ln>
        </p:spPr>
        <p:txBody>
          <a:bodyPr wrap="square">
            <a:spAutoFit/>
          </a:bodyPr>
          <a:lstStyle/>
          <a:p>
            <a:r>
              <a:rPr lang="en-US" sz="1800" b="1">
                <a:solidFill>
                  <a:srgbClr val="1F1F1F"/>
                </a:solidFill>
                <a:latin typeface="Arial"/>
                <a:cs typeface="Arial"/>
              </a:rPr>
              <a:t>By addressing a </a:t>
            </a:r>
            <a:r>
              <a:rPr lang="en-US" b="1">
                <a:solidFill>
                  <a:srgbClr val="1F1F1F"/>
                </a:solidFill>
                <a:latin typeface="Arial"/>
                <a:cs typeface="Arial"/>
              </a:rPr>
              <a:t>rising </a:t>
            </a:r>
            <a:r>
              <a:rPr lang="en-US" sz="1800" b="1">
                <a:solidFill>
                  <a:srgbClr val="1F1F1F"/>
                </a:solidFill>
                <a:latin typeface="Arial"/>
                <a:cs typeface="Arial"/>
              </a:rPr>
              <a:t>personas, research found areas for product expansion that will help Medical Science Liaisons become more integrated into the HCP ecosystem</a:t>
            </a:r>
          </a:p>
        </p:txBody>
      </p:sp>
    </p:spTree>
    <p:extLst>
      <p:ext uri="{BB962C8B-B14F-4D97-AF65-F5344CB8AC3E}">
        <p14:creationId xmlns:p14="http://schemas.microsoft.com/office/powerpoint/2010/main" val="857309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D001DA-DB8E-D589-692C-EC6DEE1AF9EA}"/>
              </a:ext>
            </a:extLst>
          </p:cNvPr>
          <p:cNvSpPr>
            <a:spLocks noGrp="1"/>
          </p:cNvSpPr>
          <p:nvPr>
            <p:ph type="title"/>
          </p:nvPr>
        </p:nvSpPr>
        <p:spPr>
          <a:xfrm>
            <a:off x="548640" y="429768"/>
            <a:ext cx="4697917" cy="5971032"/>
          </a:xfrm>
        </p:spPr>
        <p:txBody>
          <a:bodyPr/>
          <a:lstStyle/>
          <a:p>
            <a:r>
              <a:rPr lang="en-US"/>
              <a:t>No existing solution centralizes internal and external data for MSLs and acts as a “system of intelligence” today</a:t>
            </a:r>
          </a:p>
        </p:txBody>
      </p:sp>
      <p:sp>
        <p:nvSpPr>
          <p:cNvPr id="7" name="TextBox 6">
            <a:extLst>
              <a:ext uri="{FF2B5EF4-FFF2-40B4-BE49-F238E27FC236}">
                <a16:creationId xmlns:a16="http://schemas.microsoft.com/office/drawing/2014/main" id="{95EE144C-92D0-986A-A58B-23E816804480}"/>
              </a:ext>
            </a:extLst>
          </p:cNvPr>
          <p:cNvSpPr txBox="1"/>
          <p:nvPr/>
        </p:nvSpPr>
        <p:spPr>
          <a:xfrm>
            <a:off x="6565692" y="1113898"/>
            <a:ext cx="5077668" cy="4770537"/>
          </a:xfrm>
          <a:prstGeom prst="rect">
            <a:avLst/>
          </a:prstGeom>
          <a:noFill/>
          <a:ln>
            <a:noFill/>
            <a:miter lim="800000"/>
          </a:ln>
        </p:spPr>
        <p:txBody>
          <a:bodyPr wrap="square" lIns="91440" tIns="45720" rIns="91440" bIns="45720" anchor="t">
            <a:spAutoFit/>
          </a:bodyPr>
          <a:lstStyle/>
          <a:p>
            <a:r>
              <a:rPr lang="en-US" sz="1600">
                <a:solidFill>
                  <a:srgbClr val="1F1F1F"/>
                </a:solidFill>
                <a:cs typeface="Arial"/>
              </a:rPr>
              <a:t>"It's a one stop shop, and if you can integrate all this stuff, this would be a real advancement in decreasing the MSLs administrative burden.”</a:t>
            </a:r>
            <a:br>
              <a:rPr lang="en-US" sz="1600">
                <a:cs typeface="Arial"/>
              </a:rPr>
            </a:br>
            <a:br>
              <a:rPr lang="en-US" sz="1600">
                <a:cs typeface="Arial"/>
              </a:rPr>
            </a:br>
            <a:endParaRPr lang="en-US" sz="1600">
              <a:solidFill>
                <a:srgbClr val="1F1F1F"/>
              </a:solidFill>
              <a:cs typeface="Arial"/>
            </a:endParaRPr>
          </a:p>
          <a:p>
            <a:r>
              <a:rPr lang="en-US" sz="1600">
                <a:solidFill>
                  <a:srgbClr val="1F1F1F"/>
                </a:solidFill>
                <a:cs typeface="Arial"/>
              </a:rPr>
              <a:t>"I think it has value. That's full stop. It definitely does.”</a:t>
            </a:r>
          </a:p>
          <a:p>
            <a:br>
              <a:rPr lang="en-US" sz="1600"/>
            </a:br>
            <a:endParaRPr lang="en-US" sz="1600"/>
          </a:p>
          <a:p>
            <a:r>
              <a:rPr lang="en-US" sz="1600">
                <a:solidFill>
                  <a:srgbClr val="1F1F1F"/>
                </a:solidFill>
                <a:cs typeface="Arial"/>
              </a:rPr>
              <a:t>"I love the layout. It's very simple and intuitive.”</a:t>
            </a:r>
          </a:p>
          <a:p>
            <a:br>
              <a:rPr lang="en-US" sz="1600">
                <a:solidFill>
                  <a:srgbClr val="1F1F1F"/>
                </a:solidFill>
                <a:cs typeface="Arial"/>
              </a:rPr>
            </a:br>
            <a:endParaRPr lang="en-US" sz="1600">
              <a:solidFill>
                <a:srgbClr val="1F1F1F"/>
              </a:solidFill>
              <a:cs typeface="Arial"/>
            </a:endParaRPr>
          </a:p>
          <a:p>
            <a:r>
              <a:rPr lang="en-US" sz="1600">
                <a:solidFill>
                  <a:srgbClr val="1F1F1F"/>
                </a:solidFill>
                <a:cs typeface="Arial"/>
              </a:rPr>
              <a:t>"One of the tool’s standout features is its ability to display the KOL’s past engagement history. The CRM typically… doesn't show you one system for everything you do - this person requested a grant, this person was an author for this, this person was at this ad board for us, etc. Having that customer 'master' across all those [activities] is not often in place within companies."</a:t>
            </a:r>
            <a:endParaRPr lang="en-US" sz="1600">
              <a:solidFill>
                <a:srgbClr val="000000"/>
              </a:solidFill>
              <a:cs typeface="Arial"/>
            </a:endParaRPr>
          </a:p>
        </p:txBody>
      </p:sp>
      <p:sp>
        <p:nvSpPr>
          <p:cNvPr id="9" name="slidemaster_copyright1">
            <a:extLst>
              <a:ext uri="{FF2B5EF4-FFF2-40B4-BE49-F238E27FC236}">
                <a16:creationId xmlns:a16="http://schemas.microsoft.com/office/drawing/2014/main" id="{DED78E24-2697-2B2B-046F-51BE7D28DBDC}"/>
              </a:ext>
            </a:extLst>
          </p:cNvPr>
          <p:cNvSpPr txBox="1">
            <a:spLocks/>
          </p:cNvSpPr>
          <p:nvPr/>
        </p:nvSpPr>
        <p:spPr bwMode="black">
          <a:xfrm>
            <a:off x="132964" y="128415"/>
            <a:ext cx="23724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r>
              <a:rPr lang="en-US" sz="900">
                <a:solidFill>
                  <a:srgbClr val="A3A1A8"/>
                </a:solidFill>
              </a:rPr>
              <a:t>MSL</a:t>
            </a:r>
          </a:p>
        </p:txBody>
      </p:sp>
      <p:sp>
        <p:nvSpPr>
          <p:cNvPr id="2" name="Title 3">
            <a:extLst>
              <a:ext uri="{FF2B5EF4-FFF2-40B4-BE49-F238E27FC236}">
                <a16:creationId xmlns:a16="http://schemas.microsoft.com/office/drawing/2014/main" id="{485BFAE7-85F2-75F9-3C68-F89D4EA0A47A}"/>
              </a:ext>
            </a:extLst>
          </p:cNvPr>
          <p:cNvSpPr txBox="1">
            <a:spLocks/>
          </p:cNvSpPr>
          <p:nvPr/>
        </p:nvSpPr>
        <p:spPr bwMode="auto">
          <a:xfrm>
            <a:off x="6565692" y="429768"/>
            <a:ext cx="5224072" cy="492443"/>
          </a:xfrm>
          <a:prstGeom prst="rect">
            <a:avLst/>
          </a:prstGeom>
        </p:spPr>
        <p:txBody>
          <a:bodyPr vert="horz" lIns="0" tIns="0" rIns="0" bIns="0" rtlCol="0" anchor="ctr">
            <a:noAutofit/>
          </a:bodyPr>
          <a:lstStyle>
            <a:lvl1pPr algn="l" defTabSz="914400" rtl="0" eaLnBrk="1" latinLnBrk="0" hangingPunct="1">
              <a:lnSpc>
                <a:spcPct val="100000"/>
              </a:lnSpc>
              <a:spcBef>
                <a:spcPct val="0"/>
              </a:spcBef>
              <a:buNone/>
              <a:defRPr sz="3200" b="1" kern="1200">
                <a:solidFill>
                  <a:schemeClr val="bg1"/>
                </a:solidFill>
                <a:latin typeface="Times New Roman" panose="02020603050405020304" pitchFamily="18" charset="0"/>
                <a:ea typeface="+mj-ea"/>
                <a:cs typeface="Times New Roman" panose="02020603050405020304" pitchFamily="18" charset="0"/>
              </a:defRPr>
            </a:lvl1pPr>
          </a:lstStyle>
          <a:p>
            <a:r>
              <a:rPr lang="en-US">
                <a:solidFill>
                  <a:schemeClr val="tx1"/>
                </a:solidFill>
              </a:rPr>
              <a:t>Advisor reactions</a:t>
            </a:r>
            <a:endParaRPr lang="en-US"/>
          </a:p>
        </p:txBody>
      </p:sp>
      <p:grpSp>
        <p:nvGrpSpPr>
          <p:cNvPr id="3" name="Group 2">
            <a:extLst>
              <a:ext uri="{FF2B5EF4-FFF2-40B4-BE49-F238E27FC236}">
                <a16:creationId xmlns:a16="http://schemas.microsoft.com/office/drawing/2014/main" id="{56E8B7E5-FCBE-C9CF-22DB-591465261750}"/>
              </a:ext>
            </a:extLst>
          </p:cNvPr>
          <p:cNvGrpSpPr/>
          <p:nvPr/>
        </p:nvGrpSpPr>
        <p:grpSpPr bwMode="gray">
          <a:xfrm rot="10800000">
            <a:off x="5942545" y="3275545"/>
            <a:ext cx="306910" cy="306910"/>
            <a:chOff x="6313199" y="4229315"/>
            <a:chExt cx="306910" cy="306910"/>
          </a:xfrm>
        </p:grpSpPr>
        <p:sp>
          <p:nvSpPr>
            <p:cNvPr id="5" name="Oval 50">
              <a:extLst>
                <a:ext uri="{FF2B5EF4-FFF2-40B4-BE49-F238E27FC236}">
                  <a16:creationId xmlns:a16="http://schemas.microsoft.com/office/drawing/2014/main" id="{9C1F23C4-9F31-9F3A-6E7E-B5539A4A3131}"/>
                </a:ext>
              </a:extLst>
            </p:cNvPr>
            <p:cNvSpPr>
              <a:spLocks noChangeArrowheads="1"/>
            </p:cNvSpPr>
            <p:nvPr/>
          </p:nvSpPr>
          <p:spPr bwMode="gray">
            <a:xfrm>
              <a:off x="6313199" y="4229315"/>
              <a:ext cx="306910" cy="30691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AFC4FD6E-949E-3DBD-CDD2-EED3683FFFDA}"/>
                </a:ext>
              </a:extLst>
            </p:cNvPr>
            <p:cNvGrpSpPr/>
            <p:nvPr/>
          </p:nvGrpSpPr>
          <p:grpSpPr bwMode="gray">
            <a:xfrm>
              <a:off x="6399804" y="4314508"/>
              <a:ext cx="140052" cy="136525"/>
              <a:chOff x="6405478" y="4314507"/>
              <a:chExt cx="140052" cy="136525"/>
            </a:xfrm>
          </p:grpSpPr>
          <p:sp>
            <p:nvSpPr>
              <p:cNvPr id="8" name="Arrow: Chevron 51">
                <a:extLst>
                  <a:ext uri="{FF2B5EF4-FFF2-40B4-BE49-F238E27FC236}">
                    <a16:creationId xmlns:a16="http://schemas.microsoft.com/office/drawing/2014/main" id="{FA1AC33F-A250-8B48-E9EC-DB761F171B9B}"/>
                  </a:ext>
                </a:extLst>
              </p:cNvPr>
              <p:cNvSpPr/>
              <p:nvPr/>
            </p:nvSpPr>
            <p:spPr bwMode="gray">
              <a:xfrm>
                <a:off x="6405478" y="4314507"/>
                <a:ext cx="74784" cy="136525"/>
              </a:xfrm>
              <a:prstGeom prst="chevron">
                <a:avLst>
                  <a:gd name="adj" fmla="val 7105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solidFill>
                    <a:schemeClr val="tx1"/>
                  </a:solidFill>
                  <a:latin typeface="Arial" panose="020B0604020202020204" pitchFamily="34" charset="0"/>
                  <a:cs typeface="Arial" panose="020B0604020202020204" pitchFamily="34" charset="0"/>
                </a:endParaRPr>
              </a:p>
            </p:txBody>
          </p:sp>
          <p:sp>
            <p:nvSpPr>
              <p:cNvPr id="10" name="Arrow: Chevron 52">
                <a:extLst>
                  <a:ext uri="{FF2B5EF4-FFF2-40B4-BE49-F238E27FC236}">
                    <a16:creationId xmlns:a16="http://schemas.microsoft.com/office/drawing/2014/main" id="{43F8F1CE-F6D2-2FE2-89F4-9241F31CA8ED}"/>
                  </a:ext>
                </a:extLst>
              </p:cNvPr>
              <p:cNvSpPr/>
              <p:nvPr/>
            </p:nvSpPr>
            <p:spPr bwMode="gray">
              <a:xfrm>
                <a:off x="6470746" y="4314507"/>
                <a:ext cx="74784" cy="136525"/>
              </a:xfrm>
              <a:prstGeom prst="chevron">
                <a:avLst>
                  <a:gd name="adj" fmla="val 7105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solidFill>
                    <a:schemeClr val="tx1"/>
                  </a:solidFill>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3848563848"/>
      </p:ext>
    </p:extLst>
  </p:cSld>
  <p:clrMapOvr>
    <a:masterClrMapping/>
  </p:clrMapOvr>
</p:sld>
</file>

<file path=ppt/theme/theme1.xml><?xml version="1.0" encoding="utf-8"?>
<a:theme xmlns:a="http://schemas.openxmlformats.org/drawingml/2006/main" name="ZS PPT 16x9">
  <a:themeElements>
    <a:clrScheme name="ZS Colors_Updated">
      <a:dk1>
        <a:srgbClr val="000000"/>
      </a:dk1>
      <a:lt1>
        <a:srgbClr val="FFFFFF"/>
      </a:lt1>
      <a:dk2>
        <a:srgbClr val="75737D"/>
      </a:dk2>
      <a:lt2>
        <a:srgbClr val="EC7200"/>
      </a:lt2>
      <a:accent1>
        <a:srgbClr val="1A1628"/>
      </a:accent1>
      <a:accent2>
        <a:srgbClr val="EC7200"/>
      </a:accent2>
      <a:accent3>
        <a:srgbClr val="32A29B"/>
      </a:accent3>
      <a:accent4>
        <a:srgbClr val="EAC959"/>
      </a:accent4>
      <a:accent5>
        <a:srgbClr val="408CFF"/>
      </a:accent5>
      <a:accent6>
        <a:srgbClr val="7FD07D"/>
      </a:accent6>
      <a:hlink>
        <a:srgbClr val="1A1628"/>
      </a:hlink>
      <a:folHlink>
        <a:srgbClr val="EC72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a:solidFill>
            <a:schemeClr val="tx2"/>
          </a:solidFill>
        </a:ln>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lgn="ctr">
          <a:spcBef>
            <a:spcPts val="600"/>
          </a:spcBef>
          <a:spcAft>
            <a:spcPts val="0"/>
          </a:spcAft>
          <a:defRPr sz="18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2"/>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a:noFill/>
          <a:miter lim="800000"/>
        </a:ln>
      </a:spPr>
      <a:bodyPr wrap="none" lIns="0" tIns="0" rIns="0" bIns="0" rtlCol="0">
        <a:noAutofit/>
      </a:bodyPr>
      <a:lstStyle>
        <a:defPPr algn="l">
          <a:spcBef>
            <a:spcPts val="600"/>
          </a:spcBef>
          <a:spcAft>
            <a:spcPts val="0"/>
          </a:spcAft>
          <a:defRPr sz="1800" dirty="0" err="1" smtClean="0">
            <a:solidFill>
              <a:schemeClr val="accent1"/>
            </a:solidFill>
          </a:defRPr>
        </a:defPPr>
      </a:lstStyle>
    </a:txDef>
  </a:objectDefaults>
  <a:extraClrSchemeLst/>
  <a:custClrLst>
    <a:custClr name="Purple">
      <a:srgbClr val="8F5AFF"/>
    </a:custClr>
    <a:custClr name="80% Gray">
      <a:srgbClr val="474554"/>
    </a:custClr>
    <a:custClr name="60% Gray">
      <a:srgbClr val="75737D"/>
    </a:custClr>
    <a:custClr name="40% Gray">
      <a:srgbClr val="A3A1A8"/>
    </a:custClr>
    <a:custClr name="20% Gray">
      <a:srgbClr val="D1D0D4"/>
    </a:custClr>
    <a:custClr name="Light Gray">
      <a:srgbClr val="F4F3F3"/>
    </a:custClr>
  </a:custClrLst>
  <a:extLst>
    <a:ext uri="{05A4C25C-085E-4340-85A3-A5531E510DB2}">
      <thm15:themeFamily xmlns:thm15="http://schemas.microsoft.com/office/thememl/2012/main" name="Presentation2" id="{85D9527D-CFA9-4D68-A07A-CCAB098BB4CF}" vid="{E791B344-2425-4BC3-B3B3-B16447F1DA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ffb99db-04b0-4879-8e73-d3174e57b086}" enabled="1" method="Standard" siteId="{ec3c7dee-d552-494b-a393-7f941a90b985}" removed="0"/>
</clbl:labelList>
</file>

<file path=docProps/app.xml><?xml version="1.0" encoding="utf-8"?>
<Properties xmlns="http://schemas.openxmlformats.org/officeDocument/2006/extended-properties" xmlns:vt="http://schemas.openxmlformats.org/officeDocument/2006/docPropsVTypes">
  <Template>office theme</Template>
  <TotalTime>1488</TotalTime>
  <Words>1440</Words>
  <Application>Microsoft Macintosh PowerPoint</Application>
  <PresentationFormat>Widescreen</PresentationFormat>
  <Paragraphs>114</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Narrow</vt:lpstr>
      <vt:lpstr>Calibri</vt:lpstr>
      <vt:lpstr>Symbol,Sans-Serif</vt:lpstr>
      <vt:lpstr>Times New Roman</vt:lpstr>
      <vt:lpstr>Wingdings 2</vt:lpstr>
      <vt:lpstr>ZS PPT 16x9</vt:lpstr>
      <vt:lpstr>PowerPoint Presentation</vt:lpstr>
      <vt:lpstr>Medical Science Liaison product offering - MCE</vt:lpstr>
      <vt:lpstr>CE Experience Challenges</vt:lpstr>
      <vt:lpstr>Customer Engagement</vt:lpstr>
      <vt:lpstr>Highly collaborative</vt:lpstr>
      <vt:lpstr>Aligning with GCC market needs while cutting costs</vt:lpstr>
      <vt:lpstr>Expanding our offering</vt:lpstr>
      <vt:lpstr>No existing solution centralizes internal and external data for MSLs and acts as a “system of intelligence”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Thomas Boyer</cp:lastModifiedBy>
  <cp:revision>3</cp:revision>
  <dcterms:created xsi:type="dcterms:W3CDTF">2025-10-15T20:06:22Z</dcterms:created>
  <dcterms:modified xsi:type="dcterms:W3CDTF">2025-11-05T20:51:54Z</dcterms:modified>
</cp:coreProperties>
</file>